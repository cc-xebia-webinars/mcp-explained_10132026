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4"/>
  </p:sldMasterIdLst>
  <p:notesMasterIdLst>
    <p:notesMasterId r:id="rId42"/>
  </p:notesMasterIdLst>
  <p:handoutMasterIdLst>
    <p:handoutMasterId r:id="rId43"/>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7E382B-9C36-7E49-84E8-BCE19F3983A8}">
          <p14:sldIdLst>
            <p14:sldId id="290"/>
          </p14:sldIdLst>
        </p14:section>
        <p14:section name="Best practices" id="{D9E1D182-6CB3-A340-86A3-096129157E2B}">
          <p14:sldIdLst>
            <p14:sldId id="287"/>
          </p14:sldIdLst>
        </p14:section>
        <p14:section name="Title slide" id="{6AB36275-C348-AC45-85CC-F165143366DA}">
          <p14:sldIdLst>
            <p14:sldId id="256"/>
            <p14:sldId id="257"/>
          </p14:sldIdLst>
        </p14:section>
        <p14:section name="Table of contents" id="{86CE6255-5E44-4749-A15C-64EEE2E9D874}">
          <p14:sldIdLst>
            <p14:sldId id="258"/>
            <p14:sldId id="259"/>
            <p14:sldId id="293"/>
          </p14:sldIdLst>
        </p14:section>
        <p14:section name="Speaker" id="{85A8668F-66EB-C54B-89FC-8F7FC62EE839}">
          <p14:sldIdLst>
            <p14:sldId id="260"/>
            <p14:sldId id="261"/>
          </p14:sldIdLst>
        </p14:section>
        <p14:section name="Basic slides" id="{D3120F04-6292-7743-BAA1-49B334691664}">
          <p14:sldIdLst>
            <p14:sldId id="262"/>
            <p14:sldId id="288"/>
            <p14:sldId id="289"/>
            <p14:sldId id="263"/>
            <p14:sldId id="264"/>
            <p14:sldId id="265"/>
            <p14:sldId id="266"/>
            <p14:sldId id="267"/>
            <p14:sldId id="268"/>
            <p14:sldId id="269"/>
          </p14:sldIdLst>
        </p14:section>
        <p14:section name="Slides with photos" id="{E56F723F-80B1-964E-97F9-92859EEE4ACA}">
          <p14:sldIdLst>
            <p14:sldId id="270"/>
            <p14:sldId id="271"/>
            <p14:sldId id="272"/>
            <p14:sldId id="273"/>
            <p14:sldId id="274"/>
            <p14:sldId id="292"/>
            <p14:sldId id="275"/>
            <p14:sldId id="291"/>
          </p14:sldIdLst>
        </p14:section>
        <p14:section name="Chapter" id="{02518A49-418B-8D42-B42E-5877408620A9}">
          <p14:sldIdLst>
            <p14:sldId id="276"/>
            <p14:sldId id="277"/>
          </p14:sldIdLst>
        </p14:section>
        <p14:section name="Contact" id="{F6674AEC-044C-8C4B-91EE-743F2C734E08}">
          <p14:sldIdLst>
            <p14:sldId id="279"/>
            <p14:sldId id="280"/>
          </p14:sldIdLst>
        </p14:section>
        <p14:section name="Additional systems" id="{4BA3E141-CA6D-3349-855D-3513418BA647}">
          <p14:sldIdLst>
            <p14:sldId id="283"/>
            <p14:sldId id="286"/>
            <p14:sldId id="284"/>
            <p14:sldId id="285"/>
          </p14:sldIdLst>
        </p14:section>
        <p14:section name="End cover" id="{BDD90832-9E3D-2741-ACCD-47E320043833}">
          <p14:sldIdLst>
            <p14:sldId id="281"/>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18D806-E6FF-8F50-3248-A5C31721EB4B}" name="Lukasz Jankowski" initials="LJ" userId="S::l.jankowski@tkhsecurity.com::8db01f9a-2cb7-4184-8075-6159447da6df" providerId="AD"/>
  <p188:author id="{92FFE837-73C3-6AC0-06CD-A1D070AF6CCC}" name="Tomasz Czyzkowski" initials="TC" userId="S::t.czyzkowski@tkhsecurity.com::cb391e26-0ec7-42b7-9d11-5fd467a61d0e" providerId="AD"/>
  <p188:author id="{0C85513B-BFFC-31EA-8110-F23643AA48B5}" name="James Blackhouse" initials="JB" userId="S::j.blackhouse@tkhsecurity.com::e9bee8b6-a9fd-46f1-a654-e9978a71fa20" providerId="AD"/>
  <p188:author id="{A7C98A5F-D624-C4C8-99CF-5D2436618900}" name="Michel Binnekade" initials="MB" userId="S::m.binnekade@tkhsecurity.com::025eaaf3-27f0-434a-beef-25af5024a4a8" providerId="AD"/>
  <p188:author id="{821F2196-9111-6A38-AA96-1131B7936930}" name="Maurice Moerkerk" initials="MM" userId="S::m.moerkerk@tkhsecurity.com::e5721b2c-9263-49ed-9592-4b00baa61d7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Rodenhiser" initials="KR" lastIdx="1" clrIdx="0">
    <p:extLst>
      <p:ext uri="{19B8F6BF-5375-455C-9EA6-DF929625EA0E}">
        <p15:presenceInfo xmlns:p15="http://schemas.microsoft.com/office/powerpoint/2012/main" userId="b16a0975282699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1E53"/>
    <a:srgbClr val="CCCC00"/>
    <a:srgbClr val="C5D800"/>
    <a:srgbClr val="000000"/>
    <a:srgbClr val="FFFFFF"/>
    <a:srgbClr val="BBBDC7"/>
    <a:srgbClr val="63666F"/>
    <a:srgbClr val="3C483A"/>
    <a:srgbClr val="3333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95"/>
    <p:restoredTop sz="96327"/>
  </p:normalViewPr>
  <p:slideViewPr>
    <p:cSldViewPr snapToGrid="0">
      <p:cViewPr>
        <p:scale>
          <a:sx n="118" d="100"/>
          <a:sy n="118" d="100"/>
        </p:scale>
        <p:origin x="104" y="-5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commentAuthors" Target="commentAuthor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CDE0C97-FC84-4FA3-94B2-A2693F1DF8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66CDB-08FD-4215-945B-F7E4727980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6A187C-FE9A-4CBF-8DC5-46EDAAA4812B}" type="datetimeFigureOut">
              <a:rPr lang="en-US" smtClean="0"/>
              <a:t>1/22/2025</a:t>
            </a:fld>
            <a:endParaRPr lang="en-US"/>
          </a:p>
        </p:txBody>
      </p:sp>
      <p:sp>
        <p:nvSpPr>
          <p:cNvPr id="4" name="Footer Placeholder 3">
            <a:extLst>
              <a:ext uri="{FF2B5EF4-FFF2-40B4-BE49-F238E27FC236}">
                <a16:creationId xmlns:a16="http://schemas.microsoft.com/office/drawing/2014/main" id="{42C9E8D8-AB29-4310-8001-F9AAE19A1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15E8FD-5003-4D3A-9435-D56C001B35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667EC5-5FFB-4456-A040-A0D3DA7290B4}" type="slidenum">
              <a:rPr lang="en-US" smtClean="0"/>
              <a:t>‹#›</a:t>
            </a:fld>
            <a:endParaRPr lang="en-US"/>
          </a:p>
        </p:txBody>
      </p:sp>
    </p:spTree>
    <p:extLst>
      <p:ext uri="{BB962C8B-B14F-4D97-AF65-F5344CB8AC3E}">
        <p14:creationId xmlns:p14="http://schemas.microsoft.com/office/powerpoint/2010/main" val="20119325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07F3D-707A-0642-BB43-33570534D262}" type="datetimeFigureOut">
              <a:rPr lang="nl-NL" smtClean="0"/>
              <a:t>22-1-2025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436E3-AA75-1C45-8244-94B7C1AF8735}" type="slidenum">
              <a:rPr lang="nl-NL" smtClean="0"/>
              <a:t>‹#›</a:t>
            </a:fld>
            <a:endParaRPr lang="nl-NL"/>
          </a:p>
        </p:txBody>
      </p:sp>
    </p:spTree>
    <p:extLst>
      <p:ext uri="{BB962C8B-B14F-4D97-AF65-F5344CB8AC3E}">
        <p14:creationId xmlns:p14="http://schemas.microsoft.com/office/powerpoint/2010/main" val="72790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introductions. Ninety minutes: about twenty of slides, seventy of live demos in VS Code with GitHub Copilot. Questions are welcome at any time, in the chat or out loud, and the demos leave plenty of room to answer them. Everything is in the webinar repo. Mention early that the MCP spec moved to a stateless revision, 2026-07-28, and the Python SDK to version 2, so older tutorials may look different.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topics, matching the README agenda. Topics one, two and four lead into Demo 1. Topics three and five lead into Demos 2 and 3. Topic six leads into Demo 4. Keep this brief; the slides set up each demo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a standard way for an AI application to find and use tools and data it wasn't built with. Messages are JSON-RPC 2.0. The key idea is runtime discovery: the host asks the server what it offers instead of having it hard-coded. The current revision is 2026-07-28, which made the protocol stateless. Under the hood the model still uses function calling; MCP standardizes where the functions come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custom glue code per app per tool, which doesn't scale. Middle: function calling lets a model request a function, but each app defines and implements its functions for one model API. Right: MCP moves the tool into a server that any host can use, so N times M becomes N plus M. Be fair: for one app with two private functions, plain function calling is fine.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The host is the application, and it owns the model and the user's trust. Inside it, one client per server holds the connection. Servers expose capabilities and know nothing about the model or about each other. That separation is why one host can combine many servers, and why the host is where approvals belong.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lane, modern servers (2026-07-28), are stateless: every request carries the protocol version and client details in _meta, and server/discover replaces the handshake. Right lane, legacy servers (2025-11-25 and earlier), still expect initialize first, and many popular servers are legacy today, including the official filesystem server. Clients probe with server/discover and fall back. Demo 1 shows both on the wire.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building anything, check whether a server exists. Local servers run as a child process and see your machine. Hosted servers run elsewhere and sign in with OAuth. Demo 1 uses the filesystem server, GitHub's hosted server in read-only mode, and Microsoft Learn as the documentation search example. Database servers exist too; our database example is the custom server in Demo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lifecycle.py --step against the filesystem server (legacy handshake), then against hello_server.py (modern, stateless), pressing Enter phase by phase. Then .vscode/mcp.json, start the three servers, and use filesystem, GitHub (read-only) and Microsoft Learn, finishing with one prompt that uses two servers. Point out the roots surprise on the filesystem 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is who's in control. The model chooses tools. The user or host chooses resources, which are read-only context identified by a URI. The user chooses prompts, which are reusable instructions with arguments. The examples are the real names from Demo 2's service catalog server.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servers start and end with tools, because every host supports them. Use resources for documents the user wants to attach deliberately, like a runbook. Use prompts to package a team workflow so everyone gets the same structure. If you're unsure, start with a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official Python SDK, version 2. MCPServer replaced FastMCP, so older tutorials use a different import. The function name becomes the tool name, the type hints become the input schema, the return type becomes the output schema, and the docstring is what the model reads. Annotations mark it read-only. The run call picks the transport, and that's the only line Demo 3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catalog_db.py and server.py, run check_server.py, then the Inspector CLI. Connect it in Copilot and ask who's on call for the payments API, attach the catalog://teams resource, run the incident_briefing prompt, and open an incident to show the approval. Reset with uv run catalog_db.py --reset.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server, two transports, and this is everything that changes: the run call and the host configuration. stdio suits personal, local tools: the host starts the process, and there's no network. Streamable HTTP suits shared services: one endpoint, each message an HTTP POST, many clients. Since 2026-07-28 there are no sessions, so HTTP servers scale like any stateless web service. HTTP brings web risks with it, and Demo 3 shows two guards: Host checks and a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server.py is identical with git diff --no-index. Walk http_server.py, start it, point Copilot at the URL. Run http_client.py as a second client and show Copilot sees its incident. Run rebinding_check.py: 200 for the honest request, 421 for the forged Host header. Finish with secure_http_server.py and auth_check.py, then switch Copilot to the token-protected entry.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server can put text in front of the model and run code as you. The model can't reliably tell instructions from data, so anything it reads, including tool descriptions and tool results, can steer it. The host is the control point: which servers are connected, and which calls need approval.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poisoning is in the server itself. Prompt injection arrives in data a tool returns, such as an issue body. Over-broad access turns either one into real damage. Raw SQL or shell tools hand the model a blank cheque. A server can change its descriptions after you approve it. And an HTTP server is a web server, with all that implies. Demo 3 shows the last one, and Demo 4 shows the other five: poisoning arriving in an update, injection through data, over-broad access and raw SQL.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an MCP server like a dependency with production access. Review what it tells the model, pin it, and recheck on upgrade. Least privilege everywhere: roots, token scopes, GitHub toolsets and read-only mode. Specific tools beat general ones. Approvals only help if people read the arguments. For shared servers, OAuth and a narrow network exposure are the baseline. Demo 4 ends on a tool-call log. The full list is in docs/mcp-review-checklist.md.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all three servers and run audit_tools.py --approve. Change CONVERTER_RELEASE to 1.1, restart it, ask to convert 42 km to miles and watch for the poisoned read. Rerun audit_tools.py to catch the change. List files with the wide root, then scope it to shared-docs and show the traversal refused. Delete resolved incidents through run_sql, then try injection on incidents_for_service. Summarize checkout-web's incidents to show injection through data, then open data/tool-calls.log. Reset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to demos/README.md for setup. Suggest starting with a read-only server, then wrapping one internal API they already know. The review checklist is linked from the repo README, next to the slides. Mention the Xebia Academy link there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Leave this slide up while you answer any final questions, and repeat that the slides and demos are in the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tx2"/>
                </a:solidFill>
              </a:defRPr>
            </a:lvl1pPr>
          </a:lstStyle>
          <a:p>
            <a:r>
              <a:rPr lang="en-GB" dirty="0"/>
              <a:t>Title of the</a:t>
            </a:r>
            <a:br>
              <a:rPr lang="en-GB" dirty="0"/>
            </a:br>
            <a:r>
              <a:rPr lang="en-GB" dirty="0"/>
              <a:t>presentation</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pic>
        <p:nvPicPr>
          <p:cNvPr id="2" name="Graphic 1">
            <a:extLst>
              <a:ext uri="{FF2B5EF4-FFF2-40B4-BE49-F238E27FC236}">
                <a16:creationId xmlns:a16="http://schemas.microsoft.com/office/drawing/2014/main" id="{8D4A6AB5-6FB6-1B9F-5FF3-BD1A22BCC6B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08695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0862" y="5542224"/>
            <a:ext cx="5545138" cy="7663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0863" y="4298206"/>
            <a:ext cx="5545138" cy="1244018"/>
          </a:xfrm>
          <a:prstGeom prst="rect">
            <a:avLst/>
          </a:prstGeom>
        </p:spPr>
        <p:txBody>
          <a:bodyPr vert="horz" lIns="0" tIns="0" rIns="0" bIns="0" rtlCol="0" anchor="t">
            <a:normAutofit/>
          </a:bodyPr>
          <a:lstStyle>
            <a:lvl1pPr>
              <a:defRPr>
                <a:solidFill>
                  <a:schemeClr val="bg1"/>
                </a:solidFill>
              </a:defRPr>
            </a:lvl1pPr>
          </a:lstStyle>
          <a:p>
            <a:r>
              <a:rPr lang="en-GB" dirty="0"/>
              <a:t>Title of the</a:t>
            </a:r>
            <a:br>
              <a:rPr lang="en-GB" dirty="0"/>
            </a:br>
            <a:r>
              <a:rPr lang="en-GB" dirty="0"/>
              <a:t>presentation</a:t>
            </a:r>
            <a:endParaRPr lang="en-PL" dirty="0"/>
          </a:p>
        </p:txBody>
      </p:sp>
      <p:pic>
        <p:nvPicPr>
          <p:cNvPr id="10" name="Graphic 9">
            <a:extLst>
              <a:ext uri="{FF2B5EF4-FFF2-40B4-BE49-F238E27FC236}">
                <a16:creationId xmlns:a16="http://schemas.microsoft.com/office/drawing/2014/main" id="{D0F5D002-CB2A-CDB8-B066-EF9C29CF298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Tree>
    <p:extLst>
      <p:ext uri="{BB962C8B-B14F-4D97-AF65-F5344CB8AC3E}">
        <p14:creationId xmlns:p14="http://schemas.microsoft.com/office/powerpoint/2010/main" val="149049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_photo">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5545138"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10" name="Graphic 8">
            <a:extLst>
              <a:ext uri="{FF2B5EF4-FFF2-40B4-BE49-F238E27FC236}">
                <a16:creationId xmlns:a16="http://schemas.microsoft.com/office/drawing/2014/main" id="{F8E301CF-DA29-892F-5D25-A40CFC0DBDE9}"/>
              </a:ext>
            </a:extLst>
          </p:cNvPr>
          <p:cNvSpPr/>
          <p:nvPr/>
        </p:nvSpPr>
        <p:spPr>
          <a:xfrm rot="1079142">
            <a:off x="7060401" y="1532904"/>
            <a:ext cx="4341607" cy="4670103"/>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bg1"/>
          </a:solidFill>
          <a:ln w="9487" cap="flat">
            <a:noFill/>
            <a:prstDash val="solid"/>
            <a:miter/>
          </a:ln>
        </p:spPr>
        <p:txBody>
          <a:bodyPr rtlCol="0" anchor="ctr"/>
          <a:lstStyle/>
          <a:p>
            <a:endParaRPr lang="en-PL"/>
          </a:p>
        </p:txBody>
      </p:sp>
      <p:sp>
        <p:nvSpPr>
          <p:cNvPr id="13" name="Freeform 12">
            <a:extLst>
              <a:ext uri="{FF2B5EF4-FFF2-40B4-BE49-F238E27FC236}">
                <a16:creationId xmlns:a16="http://schemas.microsoft.com/office/drawing/2014/main" id="{AE509DF0-4947-3F77-001C-EE500A459484}"/>
              </a:ext>
            </a:extLst>
          </p:cNvPr>
          <p:cNvSpPr/>
          <p:nvPr userDrawn="1"/>
        </p:nvSpPr>
        <p:spPr>
          <a:xfrm>
            <a:off x="5411972" y="3867956"/>
            <a:ext cx="6780029" cy="2990045"/>
          </a:xfrm>
          <a:custGeom>
            <a:avLst/>
            <a:gdLst>
              <a:gd name="connsiteX0" fmla="*/ 4839944 w 6780029"/>
              <a:gd name="connsiteY0" fmla="*/ 81 h 2990045"/>
              <a:gd name="connsiteX1" fmla="*/ 5025291 w 6780029"/>
              <a:gd name="connsiteY1" fmla="*/ 7366 h 2990045"/>
              <a:gd name="connsiteX2" fmla="*/ 6687407 w 6780029"/>
              <a:gd name="connsiteY2" fmla="*/ 597420 h 2990045"/>
              <a:gd name="connsiteX3" fmla="*/ 6780029 w 6780029"/>
              <a:gd name="connsiteY3" fmla="*/ 660808 h 2990045"/>
              <a:gd name="connsiteX4" fmla="*/ 6780029 w 6780029"/>
              <a:gd name="connsiteY4" fmla="*/ 2990045 h 2990045"/>
              <a:gd name="connsiteX5" fmla="*/ 0 w 6780029"/>
              <a:gd name="connsiteY5" fmla="*/ 2990045 h 2990045"/>
              <a:gd name="connsiteX6" fmla="*/ 6170 w 6780029"/>
              <a:gd name="connsiteY6" fmla="*/ 2961867 h 2990045"/>
              <a:gd name="connsiteX7" fmla="*/ 2108136 w 6780029"/>
              <a:gd name="connsiteY7" fmla="*/ 966347 h 2990045"/>
              <a:gd name="connsiteX8" fmla="*/ 2108620 w 6780029"/>
              <a:gd name="connsiteY8" fmla="*/ 966347 h 2990045"/>
              <a:gd name="connsiteX9" fmla="*/ 4839944 w 6780029"/>
              <a:gd name="connsiteY9" fmla="*/ 81 h 299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0029" h="2990045">
                <a:moveTo>
                  <a:pt x="4839944" y="81"/>
                </a:moveTo>
                <a:cubicBezTo>
                  <a:pt x="4901551" y="537"/>
                  <a:pt x="4963327" y="2934"/>
                  <a:pt x="5025291" y="7366"/>
                </a:cubicBezTo>
                <a:cubicBezTo>
                  <a:pt x="5583247" y="47251"/>
                  <a:pt x="6155762" y="252299"/>
                  <a:pt x="6687407" y="597420"/>
                </a:cubicBezTo>
                <a:lnTo>
                  <a:pt x="6780029" y="660808"/>
                </a:lnTo>
                <a:lnTo>
                  <a:pt x="6780029" y="2990045"/>
                </a:lnTo>
                <a:lnTo>
                  <a:pt x="0" y="2990045"/>
                </a:lnTo>
                <a:lnTo>
                  <a:pt x="6170" y="2961867"/>
                </a:lnTo>
                <a:cubicBezTo>
                  <a:pt x="230750" y="2172845"/>
                  <a:pt x="1187750" y="1511778"/>
                  <a:pt x="2108136" y="966347"/>
                </a:cubicBezTo>
                <a:lnTo>
                  <a:pt x="2108620" y="966347"/>
                </a:lnTo>
                <a:cubicBezTo>
                  <a:pt x="3029465" y="422914"/>
                  <a:pt x="3915831" y="-6762"/>
                  <a:pt x="4839944" y="81"/>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17" name="Picture Placeholder 16">
            <a:extLst>
              <a:ext uri="{FF2B5EF4-FFF2-40B4-BE49-F238E27FC236}">
                <a16:creationId xmlns:a16="http://schemas.microsoft.com/office/drawing/2014/main" id="{98E84970-83D2-5FCC-63A9-27783FE6E4C4}"/>
              </a:ext>
            </a:extLst>
          </p:cNvPr>
          <p:cNvSpPr>
            <a:spLocks noGrp="1"/>
          </p:cNvSpPr>
          <p:nvPr>
            <p:ph type="pic" sz="quarter" idx="11"/>
          </p:nvPr>
        </p:nvSpPr>
        <p:spPr>
          <a:xfrm>
            <a:off x="6390007" y="1344770"/>
            <a:ext cx="4643466" cy="4757283"/>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Rectangle 6">
            <a:extLst>
              <a:ext uri="{FF2B5EF4-FFF2-40B4-BE49-F238E27FC236}">
                <a16:creationId xmlns:a16="http://schemas.microsoft.com/office/drawing/2014/main" id="{1A3E24A8-E36B-9C31-D93A-C91331AD16E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817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accent4"/>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50EC95FD-18E8-BB45-C1C0-A724E9A31721}"/>
              </a:ext>
            </a:extLst>
          </p:cNvPr>
          <p:cNvSpPr/>
          <p:nvPr userDrawn="1"/>
        </p:nvSpPr>
        <p:spPr>
          <a:xfrm>
            <a:off x="1" y="-9331"/>
            <a:ext cx="5475247" cy="6867331"/>
          </a:xfrm>
          <a:custGeom>
            <a:avLst/>
            <a:gdLst>
              <a:gd name="connsiteX0" fmla="*/ 0 w 5475247"/>
              <a:gd name="connsiteY0" fmla="*/ 0 h 6981631"/>
              <a:gd name="connsiteX1" fmla="*/ 4473087 w 5475247"/>
              <a:gd name="connsiteY1" fmla="*/ 0 h 6981631"/>
              <a:gd name="connsiteX2" fmla="*/ 4500927 w 5475247"/>
              <a:gd name="connsiteY2" fmla="*/ 33268 h 6981631"/>
              <a:gd name="connsiteX3" fmla="*/ 4923611 w 5475247"/>
              <a:gd name="connsiteY3" fmla="*/ 705713 h 6981631"/>
              <a:gd name="connsiteX4" fmla="*/ 4687098 w 5475247"/>
              <a:gd name="connsiteY4" fmla="*/ 6631117 h 6981631"/>
              <a:gd name="connsiteX5" fmla="*/ 4505245 w 5475247"/>
              <a:gd name="connsiteY5" fmla="*/ 6981631 h 6981631"/>
              <a:gd name="connsiteX6" fmla="*/ 0 w 5475247"/>
              <a:gd name="connsiteY6" fmla="*/ 6981631 h 69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5247" h="6981631">
                <a:moveTo>
                  <a:pt x="0" y="0"/>
                </a:moveTo>
                <a:lnTo>
                  <a:pt x="4473087" y="0"/>
                </a:lnTo>
                <a:lnTo>
                  <a:pt x="4500927" y="33268"/>
                </a:lnTo>
                <a:cubicBezTo>
                  <a:pt x="4664238" y="241731"/>
                  <a:pt x="4806622" y="465765"/>
                  <a:pt x="4923611" y="705713"/>
                </a:cubicBezTo>
                <a:cubicBezTo>
                  <a:pt x="5781537" y="2465332"/>
                  <a:pt x="5589698" y="4732700"/>
                  <a:pt x="4687098" y="6631117"/>
                </a:cubicBezTo>
                <a:lnTo>
                  <a:pt x="4505245" y="6981631"/>
                </a:lnTo>
                <a:lnTo>
                  <a:pt x="0" y="698163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3" name="Slide Number Placeholder 2">
            <a:extLst>
              <a:ext uri="{FF2B5EF4-FFF2-40B4-BE49-F238E27FC236}">
                <a16:creationId xmlns:a16="http://schemas.microsoft.com/office/drawing/2014/main" id="{007E160A-0514-EFDC-B468-65BCB476F62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5" name="Text Placeholder 6">
            <a:extLst>
              <a:ext uri="{FF2B5EF4-FFF2-40B4-BE49-F238E27FC236}">
                <a16:creationId xmlns:a16="http://schemas.microsoft.com/office/drawing/2014/main" id="{73090C62-63EE-C783-3628-6FD1DFD6EB91}"/>
              </a:ext>
            </a:extLst>
          </p:cNvPr>
          <p:cNvSpPr>
            <a:spLocks noGrp="1"/>
          </p:cNvSpPr>
          <p:nvPr>
            <p:ph idx="1" hasCustomPrompt="1"/>
          </p:nvPr>
        </p:nvSpPr>
        <p:spPr>
          <a:xfrm>
            <a:off x="554037" y="1436914"/>
            <a:ext cx="4177535" cy="47824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6" name="TextBox 5">
            <a:extLst>
              <a:ext uri="{FF2B5EF4-FFF2-40B4-BE49-F238E27FC236}">
                <a16:creationId xmlns:a16="http://schemas.microsoft.com/office/drawing/2014/main" id="{B25F9747-9017-231A-73B0-F1E43265F031}"/>
              </a:ext>
            </a:extLst>
          </p:cNvPr>
          <p:cNvSpPr txBox="1"/>
          <p:nvPr userDrawn="1"/>
        </p:nvSpPr>
        <p:spPr>
          <a:xfrm>
            <a:off x="554038" y="453513"/>
            <a:ext cx="3342903" cy="553998"/>
          </a:xfrm>
          <a:prstGeom prst="rect">
            <a:avLst/>
          </a:prstGeom>
          <a:noFill/>
        </p:spPr>
        <p:txBody>
          <a:bodyPr wrap="none" lIns="0" rtlCol="0">
            <a:spAutoFit/>
          </a:bodyPr>
          <a:lstStyle/>
          <a:p>
            <a:r>
              <a:rPr lang="en-GB" sz="3000" b="1" dirty="0">
                <a:solidFill>
                  <a:schemeClr val="tx2"/>
                </a:solidFill>
              </a:rPr>
              <a:t>Table of contents</a:t>
            </a:r>
            <a:endParaRPr lang="en-PL" sz="3000" b="1" dirty="0">
              <a:solidFill>
                <a:schemeClr val="tx2"/>
              </a:solidFill>
            </a:endParaRPr>
          </a:p>
        </p:txBody>
      </p:sp>
      <p:sp>
        <p:nvSpPr>
          <p:cNvPr id="20" name="Freeform 19">
            <a:extLst>
              <a:ext uri="{FF2B5EF4-FFF2-40B4-BE49-F238E27FC236}">
                <a16:creationId xmlns:a16="http://schemas.microsoft.com/office/drawing/2014/main" id="{4FAA4253-6F70-282F-5C25-505FF0B604CB}"/>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 name="Text Placeholder 6">
            <a:extLst>
              <a:ext uri="{FF2B5EF4-FFF2-40B4-BE49-F238E27FC236}">
                <a16:creationId xmlns:a16="http://schemas.microsoft.com/office/drawing/2014/main" id="{9F25721F-2D83-66F1-DEBC-A499BC9A0B81}"/>
              </a:ext>
            </a:extLst>
          </p:cNvPr>
          <p:cNvSpPr>
            <a:spLocks noGrp="1"/>
          </p:cNvSpPr>
          <p:nvPr>
            <p:ph idx="11" hasCustomPrompt="1"/>
          </p:nvPr>
        </p:nvSpPr>
        <p:spPr>
          <a:xfrm>
            <a:off x="5628938" y="1436913"/>
            <a:ext cx="4177535" cy="4862085"/>
          </a:xfrm>
          <a:prstGeom prst="rect">
            <a:avLst/>
          </a:prstGeom>
        </p:spPr>
        <p:txBody>
          <a:bodyPr vert="horz" lIns="0" tIns="0" rIns="0" bIns="0" rtlCol="0">
            <a:normAutofit/>
          </a:bodyPr>
          <a:lstStyle>
            <a:lvl1pPr marL="7938" indent="-7938">
              <a:buNone/>
              <a:tabLst/>
              <a:defRPr b="1">
                <a:solidFill>
                  <a:schemeClr val="tx2"/>
                </a:solidFill>
              </a:defRPr>
            </a:lvl1pPr>
            <a:lvl2pPr marL="171450" indent="-171450">
              <a:buFont typeface="Arial" panose="020B0604020202020204" pitchFamily="34" charset="0"/>
              <a:buChar char="•"/>
              <a:tabLst/>
              <a:defRPr/>
            </a:lvl2pPr>
            <a:lvl3pPr marL="914400" indent="0">
              <a:buNone/>
              <a:defRPr/>
            </a:lvl3pPr>
          </a:lstStyle>
          <a:p>
            <a:pPr lvl="0"/>
            <a:r>
              <a:rPr lang="en-GB" dirty="0"/>
              <a:t>Table of contents</a:t>
            </a:r>
          </a:p>
          <a:p>
            <a:pPr lvl="1"/>
            <a:r>
              <a:rPr lang="en-GB" dirty="0"/>
              <a:t>Description</a:t>
            </a:r>
          </a:p>
        </p:txBody>
      </p:sp>
      <p:sp>
        <p:nvSpPr>
          <p:cNvPr id="4" name="Rectangle 6">
            <a:extLst>
              <a:ext uri="{FF2B5EF4-FFF2-40B4-BE49-F238E27FC236}">
                <a16:creationId xmlns:a16="http://schemas.microsoft.com/office/drawing/2014/main" id="{1577687A-A4B6-805A-65DE-865982C331E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73939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4086225" y="3429000"/>
            <a:ext cx="3426938" cy="567965"/>
          </a:xfrm>
          <a:prstGeom prst="rect">
            <a:avLst/>
          </a:prstGeom>
        </p:spPr>
        <p:txBody>
          <a:bodyPr vert="horz" lIns="0" tIns="0" rIns="0" bIns="0" rtlCol="0">
            <a:normAutofit/>
          </a:bodyPr>
          <a:lstStyle>
            <a:lvl1pPr marL="12700" indent="0">
              <a:buNone/>
              <a:tabLst/>
              <a:defRPr b="1">
                <a:solidFill>
                  <a:schemeClr val="tx2"/>
                </a:solidFill>
              </a:defRPr>
            </a:lvl1pPr>
            <a:lvl2pPr marL="184150" indent="-171450">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4086225" y="4260850"/>
            <a:ext cx="7554913" cy="1292225"/>
          </a:xfrm>
        </p:spPr>
        <p:txBody>
          <a:bodyPr>
            <a:normAutofit/>
          </a:bodyPr>
          <a:lstStyle>
            <a:lvl1pPr>
              <a:defRPr sz="1200"/>
            </a:lvl1pPr>
            <a:lvl2pPr marL="179388" indent="-171450">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296308" y="2970936"/>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9" name="Freeform 18">
            <a:extLst>
              <a:ext uri="{FF2B5EF4-FFF2-40B4-BE49-F238E27FC236}">
                <a16:creationId xmlns:a16="http://schemas.microsoft.com/office/drawing/2014/main" id="{AD687D95-E425-C5D6-479D-8E2139CF8679}"/>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5" name="Rectangle 6">
            <a:extLst>
              <a:ext uri="{FF2B5EF4-FFF2-40B4-BE49-F238E27FC236}">
                <a16:creationId xmlns:a16="http://schemas.microsoft.com/office/drawing/2014/main" id="{113DEA68-016A-1EB5-5744-78AC8C731E7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99433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akers">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34920531-3829-D901-CA90-A67538F5550E}"/>
              </a:ext>
            </a:extLst>
          </p:cNvPr>
          <p:cNvSpPr/>
          <p:nvPr userDrawn="1"/>
        </p:nvSpPr>
        <p:spPr>
          <a:xfrm>
            <a:off x="0" y="3626883"/>
            <a:ext cx="6250418" cy="3231117"/>
          </a:xfrm>
          <a:custGeom>
            <a:avLst/>
            <a:gdLst>
              <a:gd name="connsiteX0" fmla="*/ 429623 w 6250418"/>
              <a:gd name="connsiteY0" fmla="*/ 137 h 3231117"/>
              <a:gd name="connsiteX1" fmla="*/ 6107386 w 6250418"/>
              <a:gd name="connsiteY1" fmla="*/ 2905611 h 3231117"/>
              <a:gd name="connsiteX2" fmla="*/ 6218830 w 6250418"/>
              <a:gd name="connsiteY2" fmla="*/ 3150666 h 3231117"/>
              <a:gd name="connsiteX3" fmla="*/ 6250418 w 6250418"/>
              <a:gd name="connsiteY3" fmla="*/ 3231117 h 3231117"/>
              <a:gd name="connsiteX4" fmla="*/ 0 w 6250418"/>
              <a:gd name="connsiteY4" fmla="*/ 3231117 h 3231117"/>
              <a:gd name="connsiteX5" fmla="*/ 0 w 6250418"/>
              <a:gd name="connsiteY5" fmla="*/ 19551 h 3231117"/>
              <a:gd name="connsiteX6" fmla="*/ 201773 w 6250418"/>
              <a:gd name="connsiteY6" fmla="*/ 6063 h 3231117"/>
              <a:gd name="connsiteX7" fmla="*/ 429623 w 6250418"/>
              <a:gd name="connsiteY7" fmla="*/ 137 h 3231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0418" h="3231117">
                <a:moveTo>
                  <a:pt x="429623" y="137"/>
                </a:moveTo>
                <a:cubicBezTo>
                  <a:pt x="2362891" y="-12755"/>
                  <a:pt x="5124279" y="889243"/>
                  <a:pt x="6107386" y="2905611"/>
                </a:cubicBezTo>
                <a:cubicBezTo>
                  <a:pt x="6146710" y="2986266"/>
                  <a:pt x="6183848" y="3067979"/>
                  <a:pt x="6218830" y="3150666"/>
                </a:cubicBezTo>
                <a:lnTo>
                  <a:pt x="6250418" y="3231117"/>
                </a:lnTo>
                <a:lnTo>
                  <a:pt x="0" y="3231117"/>
                </a:lnTo>
                <a:lnTo>
                  <a:pt x="0" y="19551"/>
                </a:lnTo>
                <a:lnTo>
                  <a:pt x="201773" y="6063"/>
                </a:lnTo>
                <a:cubicBezTo>
                  <a:pt x="276287" y="2633"/>
                  <a:pt x="352292" y="653"/>
                  <a:pt x="429623" y="13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F91F5749-03FC-F7CA-23FC-018BB6393070}"/>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CD743144-2B84-ED9F-7A6C-026226116B57}"/>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DDA1212E-D354-313E-E545-50E8DAD0E2C1}"/>
              </a:ext>
            </a:extLst>
          </p:cNvPr>
          <p:cNvSpPr>
            <a:spLocks noGrp="1"/>
          </p:cNvSpPr>
          <p:nvPr>
            <p:ph idx="1" hasCustomPrompt="1"/>
          </p:nvPr>
        </p:nvSpPr>
        <p:spPr>
          <a:xfrm>
            <a:off x="122448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11" name="Text Placeholder 10">
            <a:extLst>
              <a:ext uri="{FF2B5EF4-FFF2-40B4-BE49-F238E27FC236}">
                <a16:creationId xmlns:a16="http://schemas.microsoft.com/office/drawing/2014/main" id="{10B09ED9-4286-62EE-6EA2-069EA339FDCB}"/>
              </a:ext>
            </a:extLst>
          </p:cNvPr>
          <p:cNvSpPr>
            <a:spLocks noGrp="1"/>
          </p:cNvSpPr>
          <p:nvPr>
            <p:ph type="body" sz="quarter" idx="11"/>
          </p:nvPr>
        </p:nvSpPr>
        <p:spPr>
          <a:xfrm>
            <a:off x="1224485" y="5031064"/>
            <a:ext cx="4209363" cy="1076177"/>
          </a:xfrm>
        </p:spPr>
        <p:txBody>
          <a:bodyPr>
            <a:normAutofit/>
          </a:bodyPr>
          <a:lstStyle>
            <a:lvl1pPr algn="ctr">
              <a:defRPr sz="1200"/>
            </a:lvl1pPr>
            <a:lvl2pPr marL="179388" indent="-171450" algn="ctr">
              <a:buFont typeface="Arial" panose="020B0604020202020204" pitchFamily="34" charset="0"/>
              <a:buChar char="•"/>
              <a:tabLst/>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68E59D0F-5073-70D2-7DED-0B771ABD1788}"/>
              </a:ext>
            </a:extLst>
          </p:cNvPr>
          <p:cNvSpPr>
            <a:spLocks noGrp="1"/>
          </p:cNvSpPr>
          <p:nvPr>
            <p:ph type="pic" sz="quarter" idx="12"/>
          </p:nvPr>
        </p:nvSpPr>
        <p:spPr>
          <a:xfrm>
            <a:off x="247804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5" name="Text Placeholder 6">
            <a:extLst>
              <a:ext uri="{FF2B5EF4-FFF2-40B4-BE49-F238E27FC236}">
                <a16:creationId xmlns:a16="http://schemas.microsoft.com/office/drawing/2014/main" id="{D3BEFE12-0524-0985-AA7F-1671AB15602E}"/>
              </a:ext>
            </a:extLst>
          </p:cNvPr>
          <p:cNvSpPr>
            <a:spLocks noGrp="1"/>
          </p:cNvSpPr>
          <p:nvPr>
            <p:ph idx="13" hasCustomPrompt="1"/>
          </p:nvPr>
        </p:nvSpPr>
        <p:spPr>
          <a:xfrm>
            <a:off x="6807825" y="4307293"/>
            <a:ext cx="4209362" cy="567965"/>
          </a:xfrm>
          <a:prstGeom prst="rect">
            <a:avLst/>
          </a:prstGeom>
        </p:spPr>
        <p:txBody>
          <a:bodyPr vert="horz" lIns="0" tIns="0" rIns="0" bIns="0" rtlCol="0">
            <a:normAutofit/>
          </a:bodyPr>
          <a:lstStyle>
            <a:lvl1pPr marL="12700" indent="0" algn="ctr">
              <a:buNone/>
              <a:tabLst/>
              <a:defRPr b="1">
                <a:solidFill>
                  <a:schemeClr val="tx2"/>
                </a:solidFill>
              </a:defRPr>
            </a:lvl1pPr>
            <a:lvl2pPr marL="184150" indent="-171450" algn="ctr">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a:p>
            <a:pPr lvl="1"/>
            <a:r>
              <a:rPr lang="en-GB" dirty="0"/>
              <a:t>Position</a:t>
            </a:r>
          </a:p>
        </p:txBody>
      </p:sp>
      <p:sp>
        <p:nvSpPr>
          <p:cNvPr id="6" name="Text Placeholder 10">
            <a:extLst>
              <a:ext uri="{FF2B5EF4-FFF2-40B4-BE49-F238E27FC236}">
                <a16:creationId xmlns:a16="http://schemas.microsoft.com/office/drawing/2014/main" id="{51A4C240-E285-77C0-A17E-0BDA96C73013}"/>
              </a:ext>
            </a:extLst>
          </p:cNvPr>
          <p:cNvSpPr>
            <a:spLocks noGrp="1"/>
          </p:cNvSpPr>
          <p:nvPr>
            <p:ph type="body" sz="quarter" idx="14"/>
          </p:nvPr>
        </p:nvSpPr>
        <p:spPr>
          <a:xfrm>
            <a:off x="6807825" y="5031064"/>
            <a:ext cx="4209363" cy="1076177"/>
          </a:xfrm>
        </p:spPr>
        <p:txBody>
          <a:bodyPr>
            <a:normAutofit/>
          </a:bodyPr>
          <a:lstStyle>
            <a:lvl1pPr algn="ctr">
              <a:defRPr sz="1200"/>
            </a:lvl1pPr>
            <a:lvl2pPr marL="7938" indent="0" algn="ctr">
              <a:buNone/>
              <a:tabLst/>
              <a:defRPr/>
            </a:lvl2pPr>
          </a:lstStyle>
          <a:p>
            <a:pPr lvl="0"/>
            <a:r>
              <a:rPr lang="en-US"/>
              <a:t>Click to edit Master text styles</a:t>
            </a:r>
          </a:p>
        </p:txBody>
      </p:sp>
      <p:sp>
        <p:nvSpPr>
          <p:cNvPr id="7" name="Picture Placeholder 16">
            <a:extLst>
              <a:ext uri="{FF2B5EF4-FFF2-40B4-BE49-F238E27FC236}">
                <a16:creationId xmlns:a16="http://schemas.microsoft.com/office/drawing/2014/main" id="{342F1595-54C1-521B-CB5D-F4CABA31B696}"/>
              </a:ext>
            </a:extLst>
          </p:cNvPr>
          <p:cNvSpPr>
            <a:spLocks noGrp="1"/>
          </p:cNvSpPr>
          <p:nvPr>
            <p:ph type="pic" sz="quarter" idx="15"/>
          </p:nvPr>
        </p:nvSpPr>
        <p:spPr>
          <a:xfrm>
            <a:off x="8061389" y="2686954"/>
            <a:ext cx="1407298" cy="1484092"/>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8" name="Rectangle 6">
            <a:extLst>
              <a:ext uri="{FF2B5EF4-FFF2-40B4-BE49-F238E27FC236}">
                <a16:creationId xmlns:a16="http://schemas.microsoft.com/office/drawing/2014/main" id="{B4BF3A08-8728-370B-1C60-034EF297EC6C}"/>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10" name="Freeform 9">
            <a:extLst>
              <a:ext uri="{FF2B5EF4-FFF2-40B4-BE49-F238E27FC236}">
                <a16:creationId xmlns:a16="http://schemas.microsoft.com/office/drawing/2014/main" id="{7C02B5AC-C5E7-E0AB-AE41-51FBBA471C16}"/>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261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Basic">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FF4C1F15-4D7F-A4C2-9E63-6E4C1835AE5D}"/>
              </a:ext>
            </a:extLst>
          </p:cNvPr>
          <p:cNvSpPr/>
          <p:nvPr userDrawn="1"/>
        </p:nvSpPr>
        <p:spPr>
          <a:xfrm>
            <a:off x="0" y="2362961"/>
            <a:ext cx="12192000" cy="4483603"/>
          </a:xfrm>
          <a:custGeom>
            <a:avLst/>
            <a:gdLst>
              <a:gd name="connsiteX0" fmla="*/ 7094336 w 12223102"/>
              <a:gd name="connsiteY0" fmla="*/ 973 h 4495041"/>
              <a:gd name="connsiteX1" fmla="*/ 7658561 w 12223102"/>
              <a:gd name="connsiteY1" fmla="*/ 19161 h 4495041"/>
              <a:gd name="connsiteX2" fmla="*/ 12132909 w 12223102"/>
              <a:gd name="connsiteY2" fmla="*/ 2524033 h 4495041"/>
              <a:gd name="connsiteX3" fmla="*/ 12223102 w 12223102"/>
              <a:gd name="connsiteY3" fmla="*/ 2696368 h 4495041"/>
              <a:gd name="connsiteX4" fmla="*/ 12223102 w 12223102"/>
              <a:gd name="connsiteY4" fmla="*/ 4495041 h 4495041"/>
              <a:gd name="connsiteX5" fmla="*/ 0 w 12223102"/>
              <a:gd name="connsiteY5" fmla="*/ 4495041 h 4495041"/>
              <a:gd name="connsiteX6" fmla="*/ 0 w 12223102"/>
              <a:gd name="connsiteY6" fmla="*/ 1679964 h 4495041"/>
              <a:gd name="connsiteX7" fmla="*/ 203273 w 12223102"/>
              <a:gd name="connsiteY7" fmla="*/ 1557797 h 4495041"/>
              <a:gd name="connsiteX8" fmla="*/ 3532858 w 12223102"/>
              <a:gd name="connsiteY8" fmla="*/ 749399 h 4495041"/>
              <a:gd name="connsiteX9" fmla="*/ 7094336 w 12223102"/>
              <a:gd name="connsiteY9" fmla="*/ 973 h 449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3102" h="4495041">
                <a:moveTo>
                  <a:pt x="7094336" y="973"/>
                </a:moveTo>
                <a:cubicBezTo>
                  <a:pt x="7276515" y="-2440"/>
                  <a:pt x="7464078" y="3013"/>
                  <a:pt x="7658561" y="19161"/>
                </a:cubicBezTo>
                <a:cubicBezTo>
                  <a:pt x="9210601" y="139180"/>
                  <a:pt x="11209251" y="954376"/>
                  <a:pt x="12132909" y="2524033"/>
                </a:cubicBezTo>
                <a:lnTo>
                  <a:pt x="12223102" y="2696368"/>
                </a:lnTo>
                <a:lnTo>
                  <a:pt x="12223102" y="4495041"/>
                </a:lnTo>
                <a:lnTo>
                  <a:pt x="0" y="4495041"/>
                </a:lnTo>
                <a:lnTo>
                  <a:pt x="0" y="1679964"/>
                </a:lnTo>
                <a:lnTo>
                  <a:pt x="203273" y="1557797"/>
                </a:lnTo>
                <a:cubicBezTo>
                  <a:pt x="1130500" y="1056162"/>
                  <a:pt x="2430761" y="972836"/>
                  <a:pt x="3532858" y="749399"/>
                </a:cubicBezTo>
                <a:cubicBezTo>
                  <a:pt x="4807615" y="483242"/>
                  <a:pt x="5819080" y="24865"/>
                  <a:pt x="7094336" y="97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1825625"/>
            <a:ext cx="11090275" cy="44831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Rectangle 6">
            <a:extLst>
              <a:ext uri="{FF2B5EF4-FFF2-40B4-BE49-F238E27FC236}">
                <a16:creationId xmlns:a16="http://schemas.microsoft.com/office/drawing/2014/main" id="{32F2526A-F8E6-681A-4E1B-EBA7E2EE9B5D}"/>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41631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3 Columns_Comparison">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0861"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0861" y="2272649"/>
            <a:ext cx="3468245" cy="747415"/>
          </a:xfrm>
          <a:solidFill>
            <a:schemeClr val="accent3"/>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50CBE420-3F31-E575-C2A6-367264618371}"/>
              </a:ext>
            </a:extLst>
          </p:cNvPr>
          <p:cNvSpPr>
            <a:spLocks noGrp="1"/>
          </p:cNvSpPr>
          <p:nvPr>
            <p:ph idx="12"/>
          </p:nvPr>
        </p:nvSpPr>
        <p:spPr>
          <a:xfrm>
            <a:off x="4361877"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DFEAFB00-1D47-1908-BECD-4C204FAF1EBC}"/>
              </a:ext>
            </a:extLst>
          </p:cNvPr>
          <p:cNvSpPr>
            <a:spLocks noGrp="1"/>
          </p:cNvSpPr>
          <p:nvPr>
            <p:ph type="body" sz="quarter" idx="13"/>
          </p:nvPr>
        </p:nvSpPr>
        <p:spPr>
          <a:xfrm>
            <a:off x="4361877" y="2272649"/>
            <a:ext cx="3468245" cy="747415"/>
          </a:xfrm>
          <a:solidFill>
            <a:schemeClr val="tx2"/>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3BEC06E4-E609-C6A5-1DD4-2791601C7E39}"/>
              </a:ext>
            </a:extLst>
          </p:cNvPr>
          <p:cNvSpPr>
            <a:spLocks noGrp="1"/>
          </p:cNvSpPr>
          <p:nvPr>
            <p:ph idx="14"/>
          </p:nvPr>
        </p:nvSpPr>
        <p:spPr>
          <a:xfrm>
            <a:off x="8172893" y="3020992"/>
            <a:ext cx="3468245" cy="1448023"/>
          </a:xfrm>
          <a:prstGeom prst="rect">
            <a:avLst/>
          </a:prstGeom>
          <a:solidFill>
            <a:schemeClr val="bg1"/>
          </a:solidFill>
          <a:ln>
            <a:solidFill>
              <a:schemeClr val="accent3"/>
            </a:solidFill>
          </a:ln>
        </p:spPr>
        <p:txBody>
          <a:bodyPr vert="horz" lIns="216000" tIns="216000" rIns="216000" bIns="21600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A7414179-2DE8-0773-D77B-3664542F9711}"/>
              </a:ext>
            </a:extLst>
          </p:cNvPr>
          <p:cNvSpPr>
            <a:spLocks noGrp="1"/>
          </p:cNvSpPr>
          <p:nvPr>
            <p:ph type="body" sz="quarter" idx="15"/>
          </p:nvPr>
        </p:nvSpPr>
        <p:spPr>
          <a:xfrm>
            <a:off x="8172893" y="2272649"/>
            <a:ext cx="3468245" cy="747415"/>
          </a:xfrm>
          <a:solidFill>
            <a:schemeClr val="accent1"/>
          </a:solidFill>
        </p:spPr>
        <p:txBody>
          <a:bodyPr lIns="216000" rIns="720000" anchor="ctr"/>
          <a:lstStyle>
            <a:lvl1pPr marL="0" indent="0">
              <a:buNone/>
              <a:defRPr b="1">
                <a:solidFill>
                  <a:schemeClr val="bg1"/>
                </a:solidFill>
              </a:defRPr>
            </a:lvl1pPr>
          </a:lstStyle>
          <a:p>
            <a:pPr lvl="0"/>
            <a:r>
              <a:rPr lang="en-US"/>
              <a:t>Click to edit Master text styles</a:t>
            </a:r>
          </a:p>
        </p:txBody>
      </p:sp>
      <p:sp>
        <p:nvSpPr>
          <p:cNvPr id="20" name="Picture Placeholder 9">
            <a:extLst>
              <a:ext uri="{FF2B5EF4-FFF2-40B4-BE49-F238E27FC236}">
                <a16:creationId xmlns:a16="http://schemas.microsoft.com/office/drawing/2014/main" id="{ECBFB9A0-3E0E-E422-871E-3CA94A242A45}"/>
              </a:ext>
            </a:extLst>
          </p:cNvPr>
          <p:cNvSpPr>
            <a:spLocks noGrp="1"/>
          </p:cNvSpPr>
          <p:nvPr>
            <p:ph type="pic" sz="quarter" idx="16" hasCustomPrompt="1"/>
          </p:nvPr>
        </p:nvSpPr>
        <p:spPr>
          <a:xfrm>
            <a:off x="3285047"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1" name="Picture Placeholder 9">
            <a:extLst>
              <a:ext uri="{FF2B5EF4-FFF2-40B4-BE49-F238E27FC236}">
                <a16:creationId xmlns:a16="http://schemas.microsoft.com/office/drawing/2014/main" id="{F8B3B003-875D-3888-3DCA-FB2A4EE53A65}"/>
              </a:ext>
            </a:extLst>
          </p:cNvPr>
          <p:cNvSpPr>
            <a:spLocks noGrp="1"/>
          </p:cNvSpPr>
          <p:nvPr>
            <p:ph type="pic" sz="quarter" idx="17" hasCustomPrompt="1"/>
          </p:nvPr>
        </p:nvSpPr>
        <p:spPr>
          <a:xfrm>
            <a:off x="7096063"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2" name="Picture Placeholder 9">
            <a:extLst>
              <a:ext uri="{FF2B5EF4-FFF2-40B4-BE49-F238E27FC236}">
                <a16:creationId xmlns:a16="http://schemas.microsoft.com/office/drawing/2014/main" id="{4AA41865-18A2-548E-5FDA-5CF50E809152}"/>
              </a:ext>
            </a:extLst>
          </p:cNvPr>
          <p:cNvSpPr>
            <a:spLocks noGrp="1"/>
          </p:cNvSpPr>
          <p:nvPr>
            <p:ph type="pic" sz="quarter" idx="18" hasCustomPrompt="1"/>
          </p:nvPr>
        </p:nvSpPr>
        <p:spPr>
          <a:xfrm>
            <a:off x="10907079" y="2274700"/>
            <a:ext cx="734059" cy="732858"/>
          </a:xfrm>
        </p:spPr>
        <p:txBody>
          <a:bodyPr anchor="ctr">
            <a:normAutofit/>
          </a:bodyPr>
          <a:lstStyle>
            <a:lvl1pPr marL="0" indent="0" algn="ctr">
              <a:buNone/>
              <a:defRPr sz="1200">
                <a:solidFill>
                  <a:schemeClr val="bg1"/>
                </a:solidFill>
              </a:defRPr>
            </a:lvl1pPr>
          </a:lstStyle>
          <a:p>
            <a:r>
              <a:rPr lang="en-PL" dirty="0"/>
              <a:t>Icon</a:t>
            </a:r>
          </a:p>
        </p:txBody>
      </p:sp>
      <p:sp>
        <p:nvSpPr>
          <p:cNvPr id="24" name="Text Placeholder 23">
            <a:extLst>
              <a:ext uri="{FF2B5EF4-FFF2-40B4-BE49-F238E27FC236}">
                <a16:creationId xmlns:a16="http://schemas.microsoft.com/office/drawing/2014/main" id="{14D9E28D-7884-2387-F23A-3865D752AC27}"/>
              </a:ext>
            </a:extLst>
          </p:cNvPr>
          <p:cNvSpPr>
            <a:spLocks noGrp="1"/>
          </p:cNvSpPr>
          <p:nvPr>
            <p:ph type="body" sz="quarter" idx="19"/>
          </p:nvPr>
        </p:nvSpPr>
        <p:spPr>
          <a:xfrm>
            <a:off x="550863" y="4930775"/>
            <a:ext cx="11090275" cy="1377950"/>
          </a:xfrm>
        </p:spPr>
        <p:txBody>
          <a:bodyPr/>
          <a:lstStyle/>
          <a:p>
            <a:pPr lvl="0"/>
            <a:r>
              <a:rPr lang="en-US"/>
              <a:t>Click to edit Master text styles</a:t>
            </a:r>
          </a:p>
          <a:p>
            <a:pPr lvl="1"/>
            <a:r>
              <a:rPr lang="en-US"/>
              <a:t>Second level</a:t>
            </a:r>
          </a:p>
          <a:p>
            <a:pPr lvl="2"/>
            <a:r>
              <a:rPr lang="en-US"/>
              <a:t>Third level</a:t>
            </a:r>
          </a:p>
        </p:txBody>
      </p:sp>
      <p:sp>
        <p:nvSpPr>
          <p:cNvPr id="10" name="Rectangle 6">
            <a:extLst>
              <a:ext uri="{FF2B5EF4-FFF2-40B4-BE49-F238E27FC236}">
                <a16:creationId xmlns:a16="http://schemas.microsoft.com/office/drawing/2014/main" id="{33E6BFE3-56D0-E350-F911-073145A627C2}"/>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6067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3 Columns_Comparison_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25437C-A40E-C40C-40AE-5ACC8E51E447}"/>
              </a:ext>
            </a:extLst>
          </p:cNvPr>
          <p:cNvSpPr/>
          <p:nvPr userDrawn="1"/>
        </p:nvSpPr>
        <p:spPr>
          <a:xfrm>
            <a:off x="0" y="-9331"/>
            <a:ext cx="4074368" cy="6867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F2C6ABB0-2B00-49BC-EC7B-26AF429385E3}"/>
              </a:ext>
            </a:extLst>
          </p:cNvPr>
          <p:cNvSpPr/>
          <p:nvPr userDrawn="1"/>
        </p:nvSpPr>
        <p:spPr>
          <a:xfrm>
            <a:off x="4074367" y="-9331"/>
            <a:ext cx="4074368" cy="686733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C97BE5E-57EE-01FA-DC75-B5D8ACE84F58}"/>
              </a:ext>
            </a:extLst>
          </p:cNvPr>
          <p:cNvSpPr/>
          <p:nvPr userDrawn="1"/>
        </p:nvSpPr>
        <p:spPr>
          <a:xfrm>
            <a:off x="8148735" y="-4665"/>
            <a:ext cx="4043265" cy="68673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accent4">
                <a:alpha val="9504"/>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7" name="Text Placeholder 6">
            <a:extLst>
              <a:ext uri="{FF2B5EF4-FFF2-40B4-BE49-F238E27FC236}">
                <a16:creationId xmlns:a16="http://schemas.microsoft.com/office/drawing/2014/main" id="{A63E8409-D303-82F9-A976-A8D896A39FD0}"/>
              </a:ext>
            </a:extLst>
          </p:cNvPr>
          <p:cNvSpPr>
            <a:spLocks noGrp="1"/>
          </p:cNvSpPr>
          <p:nvPr>
            <p:ph idx="1"/>
          </p:nvPr>
        </p:nvSpPr>
        <p:spPr>
          <a:xfrm>
            <a:off x="554037" y="2599978"/>
            <a:ext cx="3149530" cy="3708545"/>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988C3E31-1373-ED98-F74B-0625680753B3}"/>
              </a:ext>
            </a:extLst>
          </p:cNvPr>
          <p:cNvSpPr>
            <a:spLocks noGrp="1"/>
          </p:cNvSpPr>
          <p:nvPr>
            <p:ph type="body" sz="quarter" idx="11"/>
          </p:nvPr>
        </p:nvSpPr>
        <p:spPr>
          <a:xfrm>
            <a:off x="554037"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2142A9DC-B0AD-69EB-B83C-76EFC9BE3F4E}"/>
              </a:ext>
            </a:extLst>
          </p:cNvPr>
          <p:cNvSpPr>
            <a:spLocks noGrp="1"/>
          </p:cNvSpPr>
          <p:nvPr>
            <p:ph idx="13"/>
          </p:nvPr>
        </p:nvSpPr>
        <p:spPr>
          <a:xfrm>
            <a:off x="8491608"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5" name="Text Placeholder 7">
            <a:extLst>
              <a:ext uri="{FF2B5EF4-FFF2-40B4-BE49-F238E27FC236}">
                <a16:creationId xmlns:a16="http://schemas.microsoft.com/office/drawing/2014/main" id="{4C4F168F-916B-2C8B-D271-76901003D45D}"/>
              </a:ext>
            </a:extLst>
          </p:cNvPr>
          <p:cNvSpPr>
            <a:spLocks noGrp="1"/>
          </p:cNvSpPr>
          <p:nvPr>
            <p:ph type="body" sz="quarter" idx="14"/>
          </p:nvPr>
        </p:nvSpPr>
        <p:spPr>
          <a:xfrm>
            <a:off x="8491608"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26" name="Text Placeholder 6">
            <a:extLst>
              <a:ext uri="{FF2B5EF4-FFF2-40B4-BE49-F238E27FC236}">
                <a16:creationId xmlns:a16="http://schemas.microsoft.com/office/drawing/2014/main" id="{B323D17A-94C3-3DC3-68D3-7911DE9A60E5}"/>
              </a:ext>
            </a:extLst>
          </p:cNvPr>
          <p:cNvSpPr>
            <a:spLocks noGrp="1"/>
          </p:cNvSpPr>
          <p:nvPr>
            <p:ph idx="16"/>
          </p:nvPr>
        </p:nvSpPr>
        <p:spPr>
          <a:xfrm>
            <a:off x="4521235" y="2599979"/>
            <a:ext cx="3149530" cy="3708746"/>
          </a:xfrm>
          <a:prstGeom prst="rect">
            <a:avLst/>
          </a:prstGeom>
        </p:spPr>
        <p:txBody>
          <a:bodyPr vert="horz" lIns="0" tIns="0" rIns="0" bIns="0" rtlCol="0">
            <a:normAutofit/>
          </a:bodyPr>
          <a:lstStyle>
            <a:lvl1pPr marL="0" indent="0" algn="ctr">
              <a:buNone/>
              <a:defRPr sz="1200">
                <a:solidFill>
                  <a:schemeClr val="bg1"/>
                </a:solidFill>
              </a:defRPr>
            </a:lvl1pPr>
            <a:lvl2pPr marL="457200" indent="0">
              <a:buNone/>
              <a:defRPr/>
            </a:lvl2pPr>
            <a:lvl3pPr marL="914400" indent="0">
              <a:buNone/>
              <a:defRPr/>
            </a:lvl3pPr>
          </a:lstStyle>
          <a:p>
            <a:pPr lvl="0"/>
            <a:r>
              <a:rPr lang="en-US"/>
              <a:t>Click to edit Master text styles</a:t>
            </a:r>
          </a:p>
        </p:txBody>
      </p:sp>
      <p:sp>
        <p:nvSpPr>
          <p:cNvPr id="27" name="Text Placeholder 7">
            <a:extLst>
              <a:ext uri="{FF2B5EF4-FFF2-40B4-BE49-F238E27FC236}">
                <a16:creationId xmlns:a16="http://schemas.microsoft.com/office/drawing/2014/main" id="{56B63100-7AC9-1651-E1E1-A1A218970AC3}"/>
              </a:ext>
            </a:extLst>
          </p:cNvPr>
          <p:cNvSpPr>
            <a:spLocks noGrp="1"/>
          </p:cNvSpPr>
          <p:nvPr>
            <p:ph type="body" sz="quarter" idx="17"/>
          </p:nvPr>
        </p:nvSpPr>
        <p:spPr>
          <a:xfrm>
            <a:off x="4521235" y="1970665"/>
            <a:ext cx="3149530" cy="444507"/>
          </a:xfrm>
        </p:spPr>
        <p:txBody>
          <a:bodyPr/>
          <a:lstStyle>
            <a:lvl1pPr marL="0" indent="0" algn="ctr">
              <a:buNone/>
              <a:defRPr b="1">
                <a:solidFill>
                  <a:schemeClr val="bg1"/>
                </a:solidFill>
              </a:defRPr>
            </a:lvl1pPr>
          </a:lstStyle>
          <a:p>
            <a:pPr lvl="0"/>
            <a:r>
              <a:rPr lang="en-US"/>
              <a:t>Click to edit Master text styles</a:t>
            </a:r>
          </a:p>
        </p:txBody>
      </p:sp>
      <p:sp>
        <p:nvSpPr>
          <p:cNvPr id="4" name="Rectangle 6">
            <a:extLst>
              <a:ext uri="{FF2B5EF4-FFF2-40B4-BE49-F238E27FC236}">
                <a16:creationId xmlns:a16="http://schemas.microsoft.com/office/drawing/2014/main" id="{8DD81181-6E76-CEF3-F63F-071DBF748063}"/>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bg2">
              <a:alpha val="9903"/>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0438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2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7"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7"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3886859"/>
            <a:ext cx="5349876" cy="242186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3257546"/>
            <a:ext cx="5349876"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8386418A-527B-EDE4-B826-37C3E8C93760}"/>
              </a:ext>
            </a:extLst>
          </p:cNvPr>
          <p:cNvSpPr>
            <a:spLocks noGrp="1"/>
          </p:cNvSpPr>
          <p:nvPr>
            <p:ph type="pic" sz="quarter" idx="15" hasCustomPrompt="1"/>
          </p:nvPr>
        </p:nvSpPr>
        <p:spPr>
          <a:xfrm>
            <a:off x="6291262" y="2038806"/>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C01C6F15-A55D-CB9A-FA3D-FDF18B85343B}"/>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34474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3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49476"/>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036"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036"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038"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30012B09-3C1E-4293-DD0A-226BE8AFA9D4}"/>
              </a:ext>
            </a:extLst>
          </p:cNvPr>
          <p:cNvSpPr>
            <a:spLocks noGrp="1"/>
          </p:cNvSpPr>
          <p:nvPr>
            <p:ph idx="13"/>
          </p:nvPr>
        </p:nvSpPr>
        <p:spPr>
          <a:xfrm>
            <a:off x="8172894" y="3881914"/>
            <a:ext cx="3468245" cy="2426610"/>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66B12A68-F898-618D-32AA-9FE63A3E9823}"/>
              </a:ext>
            </a:extLst>
          </p:cNvPr>
          <p:cNvSpPr>
            <a:spLocks noGrp="1"/>
          </p:cNvSpPr>
          <p:nvPr>
            <p:ph type="body" sz="quarter" idx="14"/>
          </p:nvPr>
        </p:nvSpPr>
        <p:spPr>
          <a:xfrm>
            <a:off x="8172894"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901340AB-6727-BD78-1C0C-A8649882F375}"/>
              </a:ext>
            </a:extLst>
          </p:cNvPr>
          <p:cNvSpPr>
            <a:spLocks noGrp="1"/>
          </p:cNvSpPr>
          <p:nvPr>
            <p:ph type="pic" sz="quarter" idx="15" hasCustomPrompt="1"/>
          </p:nvPr>
        </p:nvSpPr>
        <p:spPr>
          <a:xfrm>
            <a:off x="8172896"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6D2911BD-AC57-F3C1-CDA2-0B90A1677FD1}"/>
              </a:ext>
            </a:extLst>
          </p:cNvPr>
          <p:cNvSpPr>
            <a:spLocks noGrp="1"/>
          </p:cNvSpPr>
          <p:nvPr>
            <p:ph idx="16"/>
          </p:nvPr>
        </p:nvSpPr>
        <p:spPr>
          <a:xfrm>
            <a:off x="4361875" y="3881913"/>
            <a:ext cx="3468245" cy="2426811"/>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F2218111-F043-D631-57EE-2E2E8F94EA7E}"/>
              </a:ext>
            </a:extLst>
          </p:cNvPr>
          <p:cNvSpPr>
            <a:spLocks noGrp="1"/>
          </p:cNvSpPr>
          <p:nvPr>
            <p:ph type="body" sz="quarter" idx="17"/>
          </p:nvPr>
        </p:nvSpPr>
        <p:spPr>
          <a:xfrm>
            <a:off x="4361875" y="3252600"/>
            <a:ext cx="3468245"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73FE9BFF-228F-7329-1BFD-11E7B83971D1}"/>
              </a:ext>
            </a:extLst>
          </p:cNvPr>
          <p:cNvSpPr>
            <a:spLocks noGrp="1"/>
          </p:cNvSpPr>
          <p:nvPr>
            <p:ph type="pic" sz="quarter" idx="18" hasCustomPrompt="1"/>
          </p:nvPr>
        </p:nvSpPr>
        <p:spPr>
          <a:xfrm>
            <a:off x="4361877" y="2033860"/>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9B198979-465E-99CA-88EA-AC97AB729414}"/>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889887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4 Columns">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86973"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3881914"/>
            <a:ext cx="2479418" cy="242698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3252600"/>
            <a:ext cx="2479418"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164" y="2038806"/>
            <a:ext cx="969962" cy="968375"/>
          </a:xfrm>
        </p:spPr>
        <p:txBody>
          <a:bodyPr anchor="ctr"/>
          <a:lstStyle>
            <a:lvl1pPr marL="0" indent="0" algn="ctr">
              <a:buNone/>
              <a:defRPr/>
            </a:lvl1pPr>
          </a:lstStyle>
          <a:p>
            <a:r>
              <a:rPr lang="en-PL" dirty="0"/>
              <a:t>Icon</a:t>
            </a:r>
          </a:p>
        </p:txBody>
      </p:sp>
      <p:sp>
        <p:nvSpPr>
          <p:cNvPr id="7" name="Text Placeholder 6">
            <a:extLst>
              <a:ext uri="{FF2B5EF4-FFF2-40B4-BE49-F238E27FC236}">
                <a16:creationId xmlns:a16="http://schemas.microsoft.com/office/drawing/2014/main" id="{E0A414AA-9283-8D61-A1CA-63514B97674A}"/>
              </a:ext>
            </a:extLst>
          </p:cNvPr>
          <p:cNvSpPr>
            <a:spLocks noGrp="1"/>
          </p:cNvSpPr>
          <p:nvPr>
            <p:ph idx="13"/>
          </p:nvPr>
        </p:nvSpPr>
        <p:spPr>
          <a:xfrm>
            <a:off x="9161719"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9" name="Text Placeholder 7">
            <a:extLst>
              <a:ext uri="{FF2B5EF4-FFF2-40B4-BE49-F238E27FC236}">
                <a16:creationId xmlns:a16="http://schemas.microsoft.com/office/drawing/2014/main" id="{30341295-578E-2495-BE17-ED58E52BD051}"/>
              </a:ext>
            </a:extLst>
          </p:cNvPr>
          <p:cNvSpPr>
            <a:spLocks noGrp="1"/>
          </p:cNvSpPr>
          <p:nvPr>
            <p:ph type="body" sz="quarter" idx="14"/>
          </p:nvPr>
        </p:nvSpPr>
        <p:spPr>
          <a:xfrm>
            <a:off x="9161719"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1" name="Picture Placeholder 9">
            <a:extLst>
              <a:ext uri="{FF2B5EF4-FFF2-40B4-BE49-F238E27FC236}">
                <a16:creationId xmlns:a16="http://schemas.microsoft.com/office/drawing/2014/main" id="{DFC18901-31E1-68C4-8FD1-EEBA01BCCE75}"/>
              </a:ext>
            </a:extLst>
          </p:cNvPr>
          <p:cNvSpPr>
            <a:spLocks noGrp="1"/>
          </p:cNvSpPr>
          <p:nvPr>
            <p:ph type="pic" sz="quarter" idx="15" hasCustomPrompt="1"/>
          </p:nvPr>
        </p:nvSpPr>
        <p:spPr>
          <a:xfrm>
            <a:off x="9161720" y="2037528"/>
            <a:ext cx="969962" cy="968375"/>
          </a:xfrm>
        </p:spPr>
        <p:txBody>
          <a:bodyPr anchor="ctr"/>
          <a:lstStyle>
            <a:lvl1pPr marL="0" indent="0" algn="ctr">
              <a:buNone/>
              <a:defRPr/>
            </a:lvl1pPr>
          </a:lstStyle>
          <a:p>
            <a:r>
              <a:rPr lang="en-PL" dirty="0"/>
              <a:t>Icon</a:t>
            </a:r>
          </a:p>
        </p:txBody>
      </p:sp>
      <p:sp>
        <p:nvSpPr>
          <p:cNvPr id="12" name="Text Placeholder 6">
            <a:extLst>
              <a:ext uri="{FF2B5EF4-FFF2-40B4-BE49-F238E27FC236}">
                <a16:creationId xmlns:a16="http://schemas.microsoft.com/office/drawing/2014/main" id="{4C7C58ED-5700-2A0E-B164-2C2FD51225C6}"/>
              </a:ext>
            </a:extLst>
          </p:cNvPr>
          <p:cNvSpPr>
            <a:spLocks noGrp="1"/>
          </p:cNvSpPr>
          <p:nvPr>
            <p:ph idx="16"/>
          </p:nvPr>
        </p:nvSpPr>
        <p:spPr>
          <a:xfrm>
            <a:off x="3421148" y="3883006"/>
            <a:ext cx="2479418" cy="2425895"/>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3" name="Text Placeholder 7">
            <a:extLst>
              <a:ext uri="{FF2B5EF4-FFF2-40B4-BE49-F238E27FC236}">
                <a16:creationId xmlns:a16="http://schemas.microsoft.com/office/drawing/2014/main" id="{CC8F57A7-616A-0877-A95F-697CDF8044EC}"/>
              </a:ext>
            </a:extLst>
          </p:cNvPr>
          <p:cNvSpPr>
            <a:spLocks noGrp="1"/>
          </p:cNvSpPr>
          <p:nvPr>
            <p:ph type="body" sz="quarter" idx="17"/>
          </p:nvPr>
        </p:nvSpPr>
        <p:spPr>
          <a:xfrm>
            <a:off x="3421148" y="3253693"/>
            <a:ext cx="2479418" cy="444507"/>
          </a:xfrm>
        </p:spPr>
        <p:txBody>
          <a:bodyPr/>
          <a:lstStyle>
            <a:lvl1pPr marL="0" indent="0">
              <a:buNone/>
              <a:defRPr b="1">
                <a:solidFill>
                  <a:schemeClr val="tx2"/>
                </a:solidFill>
              </a:defRPr>
            </a:lvl1pPr>
          </a:lstStyle>
          <a:p>
            <a:pPr lvl="0"/>
            <a:r>
              <a:rPr lang="en-US"/>
              <a:t>Click to edit Master text styles</a:t>
            </a:r>
          </a:p>
        </p:txBody>
      </p:sp>
      <p:sp>
        <p:nvSpPr>
          <p:cNvPr id="14" name="Picture Placeholder 9">
            <a:extLst>
              <a:ext uri="{FF2B5EF4-FFF2-40B4-BE49-F238E27FC236}">
                <a16:creationId xmlns:a16="http://schemas.microsoft.com/office/drawing/2014/main" id="{6C89A7D9-92F6-0FCA-1B2E-B673F5F70BC6}"/>
              </a:ext>
            </a:extLst>
          </p:cNvPr>
          <p:cNvSpPr>
            <a:spLocks noGrp="1"/>
          </p:cNvSpPr>
          <p:nvPr>
            <p:ph type="pic" sz="quarter" idx="18" hasCustomPrompt="1"/>
          </p:nvPr>
        </p:nvSpPr>
        <p:spPr>
          <a:xfrm>
            <a:off x="3421149" y="2039899"/>
            <a:ext cx="969962" cy="968375"/>
          </a:xfrm>
        </p:spPr>
        <p:txBody>
          <a:bodyPr anchor="ctr"/>
          <a:lstStyle>
            <a:lvl1pPr marL="0" indent="0" algn="ctr">
              <a:buNone/>
              <a:defRPr/>
            </a:lvl1pPr>
          </a:lstStyle>
          <a:p>
            <a:r>
              <a:rPr lang="en-PL" dirty="0"/>
              <a:t>Icon</a:t>
            </a:r>
          </a:p>
        </p:txBody>
      </p:sp>
      <p:sp>
        <p:nvSpPr>
          <p:cNvPr id="15" name="Text Placeholder 6">
            <a:extLst>
              <a:ext uri="{FF2B5EF4-FFF2-40B4-BE49-F238E27FC236}">
                <a16:creationId xmlns:a16="http://schemas.microsoft.com/office/drawing/2014/main" id="{2F49B1DC-1B91-85AC-AF4C-216C37D8409C}"/>
              </a:ext>
            </a:extLst>
          </p:cNvPr>
          <p:cNvSpPr>
            <a:spLocks noGrp="1"/>
          </p:cNvSpPr>
          <p:nvPr>
            <p:ph idx="19"/>
          </p:nvPr>
        </p:nvSpPr>
        <p:spPr>
          <a:xfrm>
            <a:off x="6291434" y="3880635"/>
            <a:ext cx="2479418" cy="242808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6" name="Text Placeholder 7">
            <a:extLst>
              <a:ext uri="{FF2B5EF4-FFF2-40B4-BE49-F238E27FC236}">
                <a16:creationId xmlns:a16="http://schemas.microsoft.com/office/drawing/2014/main" id="{802C5C76-FF85-8B08-708C-942AB726AE71}"/>
              </a:ext>
            </a:extLst>
          </p:cNvPr>
          <p:cNvSpPr>
            <a:spLocks noGrp="1"/>
          </p:cNvSpPr>
          <p:nvPr>
            <p:ph type="body" sz="quarter" idx="20"/>
          </p:nvPr>
        </p:nvSpPr>
        <p:spPr>
          <a:xfrm>
            <a:off x="6291434" y="3251322"/>
            <a:ext cx="2479418" cy="444507"/>
          </a:xfrm>
        </p:spPr>
        <p:txBody>
          <a:bodyPr/>
          <a:lstStyle>
            <a:lvl1pPr marL="0" indent="0">
              <a:buNone/>
              <a:defRPr b="1">
                <a:solidFill>
                  <a:schemeClr val="tx2"/>
                </a:solidFill>
              </a:defRPr>
            </a:lvl1pPr>
          </a:lstStyle>
          <a:p>
            <a:pPr lvl="0"/>
            <a:r>
              <a:rPr lang="en-US"/>
              <a:t>Click to edit Master text styles</a:t>
            </a:r>
          </a:p>
        </p:txBody>
      </p:sp>
      <p:sp>
        <p:nvSpPr>
          <p:cNvPr id="17" name="Picture Placeholder 9">
            <a:extLst>
              <a:ext uri="{FF2B5EF4-FFF2-40B4-BE49-F238E27FC236}">
                <a16:creationId xmlns:a16="http://schemas.microsoft.com/office/drawing/2014/main" id="{E6BAA978-8D38-FD4D-A0AE-6D287281FAE1}"/>
              </a:ext>
            </a:extLst>
          </p:cNvPr>
          <p:cNvSpPr>
            <a:spLocks noGrp="1"/>
          </p:cNvSpPr>
          <p:nvPr>
            <p:ph type="pic" sz="quarter" idx="21" hasCustomPrompt="1"/>
          </p:nvPr>
        </p:nvSpPr>
        <p:spPr>
          <a:xfrm>
            <a:off x="6291435" y="2037528"/>
            <a:ext cx="969962" cy="968375"/>
          </a:xfrm>
        </p:spPr>
        <p:txBody>
          <a:bodyPr anchor="ctr"/>
          <a:lstStyle>
            <a:lvl1pPr marL="0" indent="0" algn="ctr">
              <a:buNone/>
              <a:defRPr/>
            </a:lvl1pPr>
          </a:lstStyle>
          <a:p>
            <a:r>
              <a:rPr lang="en-PL" dirty="0"/>
              <a:t>Icon</a:t>
            </a:r>
          </a:p>
        </p:txBody>
      </p:sp>
      <p:sp>
        <p:nvSpPr>
          <p:cNvPr id="18" name="Rectangle 6">
            <a:extLst>
              <a:ext uri="{FF2B5EF4-FFF2-40B4-BE49-F238E27FC236}">
                <a16:creationId xmlns:a16="http://schemas.microsoft.com/office/drawing/2014/main" id="{EFCBC783-7DFD-891C-C22B-19ACB429CF40}"/>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0116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4 Columns_Horizontal">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1762973"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1762973"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B6CE90EA-17CC-1BE8-C18A-10A5E4DA72CE}"/>
              </a:ext>
            </a:extLst>
          </p:cNvPr>
          <p:cNvSpPr>
            <a:spLocks noGrp="1"/>
          </p:cNvSpPr>
          <p:nvPr>
            <p:ph type="pic" sz="quarter" idx="12" hasCustomPrompt="1"/>
          </p:nvPr>
        </p:nvSpPr>
        <p:spPr>
          <a:xfrm>
            <a:off x="554877" y="2038806"/>
            <a:ext cx="969962" cy="968375"/>
          </a:xfrm>
        </p:spPr>
        <p:txBody>
          <a:bodyPr anchor="ctr"/>
          <a:lstStyle>
            <a:lvl1pPr marL="0" indent="0" algn="ctr">
              <a:buNone/>
              <a:defRPr/>
            </a:lvl1pPr>
          </a:lstStyle>
          <a:p>
            <a:r>
              <a:rPr lang="en-PL" dirty="0"/>
              <a:t>Icon</a:t>
            </a:r>
          </a:p>
        </p:txBody>
      </p:sp>
      <p:sp>
        <p:nvSpPr>
          <p:cNvPr id="18" name="Text Placeholder 6">
            <a:extLst>
              <a:ext uri="{FF2B5EF4-FFF2-40B4-BE49-F238E27FC236}">
                <a16:creationId xmlns:a16="http://schemas.microsoft.com/office/drawing/2014/main" id="{C39A1A95-B810-1F4D-6914-2103EFDC1521}"/>
              </a:ext>
            </a:extLst>
          </p:cNvPr>
          <p:cNvSpPr>
            <a:spLocks noGrp="1"/>
          </p:cNvSpPr>
          <p:nvPr>
            <p:ph idx="13"/>
          </p:nvPr>
        </p:nvSpPr>
        <p:spPr>
          <a:xfrm>
            <a:off x="7470206" y="3075025"/>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0" name="Text Placeholder 7">
            <a:extLst>
              <a:ext uri="{FF2B5EF4-FFF2-40B4-BE49-F238E27FC236}">
                <a16:creationId xmlns:a16="http://schemas.microsoft.com/office/drawing/2014/main" id="{9D87E0A3-9059-7636-85FF-92E6E36DE71B}"/>
              </a:ext>
            </a:extLst>
          </p:cNvPr>
          <p:cNvSpPr>
            <a:spLocks noGrp="1"/>
          </p:cNvSpPr>
          <p:nvPr>
            <p:ph type="body" sz="quarter" idx="14"/>
          </p:nvPr>
        </p:nvSpPr>
        <p:spPr>
          <a:xfrm>
            <a:off x="7470206" y="2562674"/>
            <a:ext cx="4169994"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9">
            <a:extLst>
              <a:ext uri="{FF2B5EF4-FFF2-40B4-BE49-F238E27FC236}">
                <a16:creationId xmlns:a16="http://schemas.microsoft.com/office/drawing/2014/main" id="{39F59F56-4B57-CC91-9286-E42C148DEBD0}"/>
              </a:ext>
            </a:extLst>
          </p:cNvPr>
          <p:cNvSpPr>
            <a:spLocks noGrp="1"/>
          </p:cNvSpPr>
          <p:nvPr>
            <p:ph type="pic" sz="quarter" idx="15" hasCustomPrompt="1"/>
          </p:nvPr>
        </p:nvSpPr>
        <p:spPr>
          <a:xfrm>
            <a:off x="6259033" y="2038806"/>
            <a:ext cx="969962" cy="968375"/>
          </a:xfrm>
        </p:spPr>
        <p:txBody>
          <a:bodyPr anchor="ctr"/>
          <a:lstStyle>
            <a:lvl1pPr marL="0" indent="0" algn="ctr">
              <a:buNone/>
              <a:defRPr/>
            </a:lvl1pPr>
          </a:lstStyle>
          <a:p>
            <a:r>
              <a:rPr lang="en-PL" dirty="0"/>
              <a:t>Icon</a:t>
            </a:r>
          </a:p>
        </p:txBody>
      </p:sp>
      <p:sp>
        <p:nvSpPr>
          <p:cNvPr id="22" name="Text Placeholder 6">
            <a:extLst>
              <a:ext uri="{FF2B5EF4-FFF2-40B4-BE49-F238E27FC236}">
                <a16:creationId xmlns:a16="http://schemas.microsoft.com/office/drawing/2014/main" id="{CB046625-59B2-2C15-CD97-AF951ED78D8B}"/>
              </a:ext>
            </a:extLst>
          </p:cNvPr>
          <p:cNvSpPr>
            <a:spLocks noGrp="1"/>
          </p:cNvSpPr>
          <p:nvPr>
            <p:ph idx="16"/>
          </p:nvPr>
        </p:nvSpPr>
        <p:spPr>
          <a:xfrm>
            <a:off x="175119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AF9FA328-7538-92B0-728F-691A0926E7A5}"/>
              </a:ext>
            </a:extLst>
          </p:cNvPr>
          <p:cNvSpPr>
            <a:spLocks noGrp="1"/>
          </p:cNvSpPr>
          <p:nvPr>
            <p:ph type="body" sz="quarter" idx="17"/>
          </p:nvPr>
        </p:nvSpPr>
        <p:spPr>
          <a:xfrm>
            <a:off x="175119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9">
            <a:extLst>
              <a:ext uri="{FF2B5EF4-FFF2-40B4-BE49-F238E27FC236}">
                <a16:creationId xmlns:a16="http://schemas.microsoft.com/office/drawing/2014/main" id="{82FB5ED6-9A3F-B5A8-B624-042CC9B0119D}"/>
              </a:ext>
            </a:extLst>
          </p:cNvPr>
          <p:cNvSpPr>
            <a:spLocks noGrp="1"/>
          </p:cNvSpPr>
          <p:nvPr>
            <p:ph type="pic" sz="quarter" idx="18" hasCustomPrompt="1"/>
          </p:nvPr>
        </p:nvSpPr>
        <p:spPr>
          <a:xfrm>
            <a:off x="554877" y="4243368"/>
            <a:ext cx="969962" cy="968375"/>
          </a:xfrm>
        </p:spPr>
        <p:txBody>
          <a:bodyPr anchor="ctr"/>
          <a:lstStyle>
            <a:lvl1pPr marL="0" indent="0" algn="ctr">
              <a:buNone/>
              <a:defRPr/>
            </a:lvl1pPr>
          </a:lstStyle>
          <a:p>
            <a:r>
              <a:rPr lang="en-PL" dirty="0"/>
              <a:t>Icon</a:t>
            </a:r>
          </a:p>
        </p:txBody>
      </p:sp>
      <p:sp>
        <p:nvSpPr>
          <p:cNvPr id="25" name="Text Placeholder 6">
            <a:extLst>
              <a:ext uri="{FF2B5EF4-FFF2-40B4-BE49-F238E27FC236}">
                <a16:creationId xmlns:a16="http://schemas.microsoft.com/office/drawing/2014/main" id="{B03CB461-8560-9B20-7934-9714D934C9DE}"/>
              </a:ext>
            </a:extLst>
          </p:cNvPr>
          <p:cNvSpPr>
            <a:spLocks noGrp="1"/>
          </p:cNvSpPr>
          <p:nvPr>
            <p:ph idx="19"/>
          </p:nvPr>
        </p:nvSpPr>
        <p:spPr>
          <a:xfrm>
            <a:off x="7470206" y="5279587"/>
            <a:ext cx="4169994" cy="102913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87DE8F08-72E4-4788-507D-7C784566D59A}"/>
              </a:ext>
            </a:extLst>
          </p:cNvPr>
          <p:cNvSpPr>
            <a:spLocks noGrp="1"/>
          </p:cNvSpPr>
          <p:nvPr>
            <p:ph type="body" sz="quarter" idx="20"/>
          </p:nvPr>
        </p:nvSpPr>
        <p:spPr>
          <a:xfrm>
            <a:off x="7470206" y="4767236"/>
            <a:ext cx="4169994"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9">
            <a:extLst>
              <a:ext uri="{FF2B5EF4-FFF2-40B4-BE49-F238E27FC236}">
                <a16:creationId xmlns:a16="http://schemas.microsoft.com/office/drawing/2014/main" id="{BBDB54C5-D56D-48C5-8D32-36C2D95E990C}"/>
              </a:ext>
            </a:extLst>
          </p:cNvPr>
          <p:cNvSpPr>
            <a:spLocks noGrp="1"/>
          </p:cNvSpPr>
          <p:nvPr>
            <p:ph type="pic" sz="quarter" idx="21" hasCustomPrompt="1"/>
          </p:nvPr>
        </p:nvSpPr>
        <p:spPr>
          <a:xfrm>
            <a:off x="6259033" y="4243368"/>
            <a:ext cx="969962" cy="968375"/>
          </a:xfrm>
        </p:spPr>
        <p:txBody>
          <a:bodyPr anchor="ctr"/>
          <a:lstStyle>
            <a:lvl1pPr marL="0" indent="0" algn="ctr">
              <a:buNone/>
              <a:defRPr/>
            </a:lvl1pPr>
          </a:lstStyle>
          <a:p>
            <a:r>
              <a:rPr lang="en-PL" dirty="0"/>
              <a:t>Icon</a:t>
            </a:r>
          </a:p>
        </p:txBody>
      </p:sp>
      <p:sp>
        <p:nvSpPr>
          <p:cNvPr id="7" name="Rectangle 6">
            <a:extLst>
              <a:ext uri="{FF2B5EF4-FFF2-40B4-BE49-F238E27FC236}">
                <a16:creationId xmlns:a16="http://schemas.microsoft.com/office/drawing/2014/main" id="{FF6D5ACD-7B4A-5E9E-1941-F2C920E57DA6}"/>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245601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2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5" y="549098"/>
            <a:ext cx="11086974"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4" name="Text Placeholder 6">
            <a:extLst>
              <a:ext uri="{FF2B5EF4-FFF2-40B4-BE49-F238E27FC236}">
                <a16:creationId xmlns:a16="http://schemas.microsoft.com/office/drawing/2014/main" id="{39AA7B67-6693-B256-903C-FCF873DB345C}"/>
              </a:ext>
            </a:extLst>
          </p:cNvPr>
          <p:cNvSpPr>
            <a:spLocks noGrp="1"/>
          </p:cNvSpPr>
          <p:nvPr>
            <p:ph idx="1"/>
          </p:nvPr>
        </p:nvSpPr>
        <p:spPr>
          <a:xfrm>
            <a:off x="554163"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8" name="Text Placeholder 7">
            <a:extLst>
              <a:ext uri="{FF2B5EF4-FFF2-40B4-BE49-F238E27FC236}">
                <a16:creationId xmlns:a16="http://schemas.microsoft.com/office/drawing/2014/main" id="{9EB8DEF2-02A1-B7CD-158F-9813CFE2519E}"/>
              </a:ext>
            </a:extLst>
          </p:cNvPr>
          <p:cNvSpPr>
            <a:spLocks noGrp="1"/>
          </p:cNvSpPr>
          <p:nvPr>
            <p:ph type="body" sz="quarter" idx="11"/>
          </p:nvPr>
        </p:nvSpPr>
        <p:spPr>
          <a:xfrm>
            <a:off x="554163"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9EF02D6E-E8B2-4CB8-A223-00262EE2A4C3}"/>
              </a:ext>
            </a:extLst>
          </p:cNvPr>
          <p:cNvSpPr>
            <a:spLocks noGrp="1"/>
          </p:cNvSpPr>
          <p:nvPr>
            <p:ph idx="13"/>
          </p:nvPr>
        </p:nvSpPr>
        <p:spPr>
          <a:xfrm>
            <a:off x="6291261" y="4859865"/>
            <a:ext cx="5349876" cy="144903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2" name="Text Placeholder 7">
            <a:extLst>
              <a:ext uri="{FF2B5EF4-FFF2-40B4-BE49-F238E27FC236}">
                <a16:creationId xmlns:a16="http://schemas.microsoft.com/office/drawing/2014/main" id="{15DB5DD6-596D-DC7B-3A2D-A53F70C97208}"/>
              </a:ext>
            </a:extLst>
          </p:cNvPr>
          <p:cNvSpPr>
            <a:spLocks noGrp="1"/>
          </p:cNvSpPr>
          <p:nvPr>
            <p:ph type="body" sz="quarter" idx="14"/>
          </p:nvPr>
        </p:nvSpPr>
        <p:spPr>
          <a:xfrm>
            <a:off x="6291261" y="4230552"/>
            <a:ext cx="5349876" cy="444507"/>
          </a:xfrm>
        </p:spPr>
        <p:txBody>
          <a:bodyPr/>
          <a:lstStyle>
            <a:lvl1pPr marL="0" indent="0">
              <a:buNone/>
              <a:defRPr b="1">
                <a:solidFill>
                  <a:schemeClr val="tx2"/>
                </a:solidFill>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646C5585-BFB2-5295-8DA7-CC59F7C8776D}"/>
              </a:ext>
            </a:extLst>
          </p:cNvPr>
          <p:cNvSpPr>
            <a:spLocks noGrp="1"/>
          </p:cNvSpPr>
          <p:nvPr>
            <p:ph type="pic" sz="quarter" idx="15"/>
          </p:nvPr>
        </p:nvSpPr>
        <p:spPr>
          <a:xfrm>
            <a:off x="554165"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0" name="Picture Placeholder 19">
            <a:extLst>
              <a:ext uri="{FF2B5EF4-FFF2-40B4-BE49-F238E27FC236}">
                <a16:creationId xmlns:a16="http://schemas.microsoft.com/office/drawing/2014/main" id="{A15BF100-B52B-AC8D-5F0F-B2AA1840EFA0}"/>
              </a:ext>
            </a:extLst>
          </p:cNvPr>
          <p:cNvSpPr>
            <a:spLocks noGrp="1"/>
          </p:cNvSpPr>
          <p:nvPr>
            <p:ph type="pic" sz="quarter" idx="16"/>
          </p:nvPr>
        </p:nvSpPr>
        <p:spPr>
          <a:xfrm>
            <a:off x="6291261" y="1892595"/>
            <a:ext cx="5349875" cy="2088274"/>
          </a:xfrm>
          <a:custGeom>
            <a:avLst/>
            <a:gdLst>
              <a:gd name="connsiteX0" fmla="*/ 60978 w 5349875"/>
              <a:gd name="connsiteY0" fmla="*/ 0 h 2088274"/>
              <a:gd name="connsiteX1" fmla="*/ 5288897 w 5349875"/>
              <a:gd name="connsiteY1" fmla="*/ 0 h 2088274"/>
              <a:gd name="connsiteX2" fmla="*/ 5349875 w 5349875"/>
              <a:gd name="connsiteY2" fmla="*/ 60978 h 2088274"/>
              <a:gd name="connsiteX3" fmla="*/ 5349875 w 5349875"/>
              <a:gd name="connsiteY3" fmla="*/ 2027296 h 2088274"/>
              <a:gd name="connsiteX4" fmla="*/ 5288897 w 5349875"/>
              <a:gd name="connsiteY4" fmla="*/ 2088274 h 2088274"/>
              <a:gd name="connsiteX5" fmla="*/ 60978 w 5349875"/>
              <a:gd name="connsiteY5" fmla="*/ 2088274 h 2088274"/>
              <a:gd name="connsiteX6" fmla="*/ 0 w 5349875"/>
              <a:gd name="connsiteY6" fmla="*/ 2027296 h 2088274"/>
              <a:gd name="connsiteX7" fmla="*/ 0 w 5349875"/>
              <a:gd name="connsiteY7" fmla="*/ 60978 h 2088274"/>
              <a:gd name="connsiteX8" fmla="*/ 60978 w 5349875"/>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875" h="2088274">
                <a:moveTo>
                  <a:pt x="60978" y="0"/>
                </a:moveTo>
                <a:lnTo>
                  <a:pt x="5288897" y="0"/>
                </a:lnTo>
                <a:cubicBezTo>
                  <a:pt x="5322574" y="0"/>
                  <a:pt x="5349875" y="27301"/>
                  <a:pt x="5349875" y="60978"/>
                </a:cubicBezTo>
                <a:lnTo>
                  <a:pt x="5349875" y="2027296"/>
                </a:lnTo>
                <a:cubicBezTo>
                  <a:pt x="5349875" y="2060973"/>
                  <a:pt x="5322574" y="2088274"/>
                  <a:pt x="5288897"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7" name="Rectangle 6">
            <a:extLst>
              <a:ext uri="{FF2B5EF4-FFF2-40B4-BE49-F238E27FC236}">
                <a16:creationId xmlns:a16="http://schemas.microsoft.com/office/drawing/2014/main" id="{813B98D7-E358-C9AC-31B4-6F5F0530F15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162954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3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086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164" y="549098"/>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14" name="Picture Placeholder 13">
            <a:extLst>
              <a:ext uri="{FF2B5EF4-FFF2-40B4-BE49-F238E27FC236}">
                <a16:creationId xmlns:a16="http://schemas.microsoft.com/office/drawing/2014/main" id="{C4B63A24-445D-FCB7-15FF-C986A81041FF}"/>
              </a:ext>
            </a:extLst>
          </p:cNvPr>
          <p:cNvSpPr>
            <a:spLocks noGrp="1"/>
          </p:cNvSpPr>
          <p:nvPr>
            <p:ph type="pic" sz="quarter" idx="19"/>
          </p:nvPr>
        </p:nvSpPr>
        <p:spPr>
          <a:xfrm>
            <a:off x="554167"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Text Placeholder 6">
            <a:extLst>
              <a:ext uri="{FF2B5EF4-FFF2-40B4-BE49-F238E27FC236}">
                <a16:creationId xmlns:a16="http://schemas.microsoft.com/office/drawing/2014/main" id="{151D2AC7-BB8D-E36B-EF33-A57E03B9B4F0}"/>
              </a:ext>
            </a:extLst>
          </p:cNvPr>
          <p:cNvSpPr>
            <a:spLocks noGrp="1"/>
          </p:cNvSpPr>
          <p:nvPr>
            <p:ph idx="1"/>
          </p:nvPr>
        </p:nvSpPr>
        <p:spPr>
          <a:xfrm>
            <a:off x="554162"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8" name="Text Placeholder 7">
            <a:extLst>
              <a:ext uri="{FF2B5EF4-FFF2-40B4-BE49-F238E27FC236}">
                <a16:creationId xmlns:a16="http://schemas.microsoft.com/office/drawing/2014/main" id="{F6E9F23E-DC2B-A56B-B5FA-839AF3E2CA96}"/>
              </a:ext>
            </a:extLst>
          </p:cNvPr>
          <p:cNvSpPr>
            <a:spLocks noGrp="1"/>
          </p:cNvSpPr>
          <p:nvPr>
            <p:ph type="body" sz="quarter" idx="11"/>
          </p:nvPr>
        </p:nvSpPr>
        <p:spPr>
          <a:xfrm>
            <a:off x="554162"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0" name="Picture Placeholder 13">
            <a:extLst>
              <a:ext uri="{FF2B5EF4-FFF2-40B4-BE49-F238E27FC236}">
                <a16:creationId xmlns:a16="http://schemas.microsoft.com/office/drawing/2014/main" id="{D61E2653-BB8A-C31C-AD38-3C43142FA8C3}"/>
              </a:ext>
            </a:extLst>
          </p:cNvPr>
          <p:cNvSpPr>
            <a:spLocks noGrp="1"/>
          </p:cNvSpPr>
          <p:nvPr>
            <p:ph type="pic" sz="quarter" idx="20"/>
          </p:nvPr>
        </p:nvSpPr>
        <p:spPr>
          <a:xfrm>
            <a:off x="8172900"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3" name="Text Placeholder 6">
            <a:extLst>
              <a:ext uri="{FF2B5EF4-FFF2-40B4-BE49-F238E27FC236}">
                <a16:creationId xmlns:a16="http://schemas.microsoft.com/office/drawing/2014/main" id="{BEFC013F-42AA-4361-D6D8-193E74F7A27B}"/>
              </a:ext>
            </a:extLst>
          </p:cNvPr>
          <p:cNvSpPr>
            <a:spLocks noGrp="1"/>
          </p:cNvSpPr>
          <p:nvPr>
            <p:ph idx="21"/>
          </p:nvPr>
        </p:nvSpPr>
        <p:spPr>
          <a:xfrm>
            <a:off x="8172895"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5" name="Text Placeholder 7">
            <a:extLst>
              <a:ext uri="{FF2B5EF4-FFF2-40B4-BE49-F238E27FC236}">
                <a16:creationId xmlns:a16="http://schemas.microsoft.com/office/drawing/2014/main" id="{E279D1ED-4A4E-330F-B961-CDE713EF3E18}"/>
              </a:ext>
            </a:extLst>
          </p:cNvPr>
          <p:cNvSpPr>
            <a:spLocks noGrp="1"/>
          </p:cNvSpPr>
          <p:nvPr>
            <p:ph type="body" sz="quarter" idx="22"/>
          </p:nvPr>
        </p:nvSpPr>
        <p:spPr>
          <a:xfrm>
            <a:off x="8172895"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16" name="Picture Placeholder 13">
            <a:extLst>
              <a:ext uri="{FF2B5EF4-FFF2-40B4-BE49-F238E27FC236}">
                <a16:creationId xmlns:a16="http://schemas.microsoft.com/office/drawing/2014/main" id="{B4C06C48-CC71-79CC-E419-FFF4B0DD89E1}"/>
              </a:ext>
            </a:extLst>
          </p:cNvPr>
          <p:cNvSpPr>
            <a:spLocks noGrp="1"/>
          </p:cNvSpPr>
          <p:nvPr>
            <p:ph type="pic" sz="quarter" idx="23"/>
          </p:nvPr>
        </p:nvSpPr>
        <p:spPr>
          <a:xfrm>
            <a:off x="4361881" y="1904539"/>
            <a:ext cx="3468241" cy="2088274"/>
          </a:xfrm>
          <a:custGeom>
            <a:avLst/>
            <a:gdLst>
              <a:gd name="connsiteX0" fmla="*/ 60978 w 3468241"/>
              <a:gd name="connsiteY0" fmla="*/ 0 h 2088274"/>
              <a:gd name="connsiteX1" fmla="*/ 3407263 w 3468241"/>
              <a:gd name="connsiteY1" fmla="*/ 0 h 2088274"/>
              <a:gd name="connsiteX2" fmla="*/ 3468241 w 3468241"/>
              <a:gd name="connsiteY2" fmla="*/ 60978 h 2088274"/>
              <a:gd name="connsiteX3" fmla="*/ 3468241 w 3468241"/>
              <a:gd name="connsiteY3" fmla="*/ 2027296 h 2088274"/>
              <a:gd name="connsiteX4" fmla="*/ 3407263 w 3468241"/>
              <a:gd name="connsiteY4" fmla="*/ 2088274 h 2088274"/>
              <a:gd name="connsiteX5" fmla="*/ 60978 w 3468241"/>
              <a:gd name="connsiteY5" fmla="*/ 2088274 h 2088274"/>
              <a:gd name="connsiteX6" fmla="*/ 0 w 3468241"/>
              <a:gd name="connsiteY6" fmla="*/ 2027296 h 2088274"/>
              <a:gd name="connsiteX7" fmla="*/ 0 w 3468241"/>
              <a:gd name="connsiteY7" fmla="*/ 60978 h 2088274"/>
              <a:gd name="connsiteX8" fmla="*/ 60978 w 3468241"/>
              <a:gd name="connsiteY8" fmla="*/ 0 h 208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8241" h="2088274">
                <a:moveTo>
                  <a:pt x="60978" y="0"/>
                </a:moveTo>
                <a:lnTo>
                  <a:pt x="3407263" y="0"/>
                </a:lnTo>
                <a:cubicBezTo>
                  <a:pt x="3440940" y="0"/>
                  <a:pt x="3468241" y="27301"/>
                  <a:pt x="3468241" y="60978"/>
                </a:cubicBezTo>
                <a:lnTo>
                  <a:pt x="3468241" y="2027296"/>
                </a:lnTo>
                <a:cubicBezTo>
                  <a:pt x="3468241" y="2060973"/>
                  <a:pt x="3440940" y="2088274"/>
                  <a:pt x="3407263" y="2088274"/>
                </a:cubicBezTo>
                <a:lnTo>
                  <a:pt x="60978" y="2088274"/>
                </a:lnTo>
                <a:cubicBezTo>
                  <a:pt x="27301" y="2088274"/>
                  <a:pt x="0" y="2060973"/>
                  <a:pt x="0" y="2027296"/>
                </a:cubicBezTo>
                <a:lnTo>
                  <a:pt x="0" y="60978"/>
                </a:lnTo>
                <a:cubicBezTo>
                  <a:pt x="0" y="27301"/>
                  <a:pt x="27301" y="0"/>
                  <a:pt x="60978"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17" name="Text Placeholder 6">
            <a:extLst>
              <a:ext uri="{FF2B5EF4-FFF2-40B4-BE49-F238E27FC236}">
                <a16:creationId xmlns:a16="http://schemas.microsoft.com/office/drawing/2014/main" id="{B64EF92C-E96B-4FA9-DD85-43C266CD5F49}"/>
              </a:ext>
            </a:extLst>
          </p:cNvPr>
          <p:cNvSpPr>
            <a:spLocks noGrp="1"/>
          </p:cNvSpPr>
          <p:nvPr>
            <p:ph idx="24"/>
          </p:nvPr>
        </p:nvSpPr>
        <p:spPr>
          <a:xfrm>
            <a:off x="4361878" y="4851129"/>
            <a:ext cx="3468245" cy="145759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8" name="Text Placeholder 7">
            <a:extLst>
              <a:ext uri="{FF2B5EF4-FFF2-40B4-BE49-F238E27FC236}">
                <a16:creationId xmlns:a16="http://schemas.microsoft.com/office/drawing/2014/main" id="{BD429EFF-4276-75F2-759E-AC723CCC9AD6}"/>
              </a:ext>
            </a:extLst>
          </p:cNvPr>
          <p:cNvSpPr>
            <a:spLocks noGrp="1"/>
          </p:cNvSpPr>
          <p:nvPr>
            <p:ph type="body" sz="quarter" idx="25"/>
          </p:nvPr>
        </p:nvSpPr>
        <p:spPr>
          <a:xfrm>
            <a:off x="4361876" y="4221815"/>
            <a:ext cx="3468245" cy="444507"/>
          </a:xfrm>
        </p:spPr>
        <p:txBody>
          <a:bodyPr/>
          <a:lstStyle>
            <a:lvl1pPr marL="0" indent="0">
              <a:buNone/>
              <a:defRPr b="1">
                <a:solidFill>
                  <a:schemeClr val="tx2"/>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5FA838-DB61-536E-EB14-6328D1AE0558}"/>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6437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4 Columns_Photo">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3898955"/>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3261121"/>
            <a:ext cx="2479418" cy="444507"/>
          </a:xfrm>
        </p:spPr>
        <p:txBody>
          <a:bodyPr/>
          <a:lstStyle>
            <a:lvl1pPr marL="0" indent="0">
              <a:buNone/>
              <a:defRPr b="1">
                <a:solidFill>
                  <a:schemeClr val="tx2"/>
                </a:solidFill>
              </a:defRPr>
            </a:lvl1pPr>
          </a:lstStyle>
          <a:p>
            <a:pPr lvl="0"/>
            <a:r>
              <a:rPr lang="en-US"/>
              <a:t>Click to edit Master text styles</a:t>
            </a:r>
          </a:p>
        </p:txBody>
      </p:sp>
      <p:sp>
        <p:nvSpPr>
          <p:cNvPr id="21" name="Picture Placeholder 20">
            <a:extLst>
              <a:ext uri="{FF2B5EF4-FFF2-40B4-BE49-F238E27FC236}">
                <a16:creationId xmlns:a16="http://schemas.microsoft.com/office/drawing/2014/main" id="{9EB4F83A-A12A-A3D4-3F35-3B8B87F518F3}"/>
              </a:ext>
            </a:extLst>
          </p:cNvPr>
          <p:cNvSpPr>
            <a:spLocks noGrp="1"/>
          </p:cNvSpPr>
          <p:nvPr>
            <p:ph type="pic" sz="quarter" idx="12"/>
          </p:nvPr>
        </p:nvSpPr>
        <p:spPr>
          <a:xfrm>
            <a:off x="554038" y="1690689"/>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2" name="Text Placeholder 6">
            <a:extLst>
              <a:ext uri="{FF2B5EF4-FFF2-40B4-BE49-F238E27FC236}">
                <a16:creationId xmlns:a16="http://schemas.microsoft.com/office/drawing/2014/main" id="{4C336369-4672-25EF-0D52-0AA63F40213E}"/>
              </a:ext>
            </a:extLst>
          </p:cNvPr>
          <p:cNvSpPr>
            <a:spLocks noGrp="1"/>
          </p:cNvSpPr>
          <p:nvPr>
            <p:ph idx="13"/>
          </p:nvPr>
        </p:nvSpPr>
        <p:spPr>
          <a:xfrm>
            <a:off x="9161720"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3" name="Text Placeholder 7">
            <a:extLst>
              <a:ext uri="{FF2B5EF4-FFF2-40B4-BE49-F238E27FC236}">
                <a16:creationId xmlns:a16="http://schemas.microsoft.com/office/drawing/2014/main" id="{191F6897-4FBF-34C3-8D07-17047C52251B}"/>
              </a:ext>
            </a:extLst>
          </p:cNvPr>
          <p:cNvSpPr>
            <a:spLocks noGrp="1"/>
          </p:cNvSpPr>
          <p:nvPr>
            <p:ph type="body" sz="quarter" idx="14"/>
          </p:nvPr>
        </p:nvSpPr>
        <p:spPr>
          <a:xfrm>
            <a:off x="9161720"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746B1D23-3F88-94EB-2D20-2DDAE7E339C8}"/>
              </a:ext>
            </a:extLst>
          </p:cNvPr>
          <p:cNvSpPr>
            <a:spLocks noGrp="1"/>
          </p:cNvSpPr>
          <p:nvPr>
            <p:ph type="pic" sz="quarter" idx="15"/>
          </p:nvPr>
        </p:nvSpPr>
        <p:spPr>
          <a:xfrm>
            <a:off x="9161721"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5" name="Text Placeholder 6">
            <a:extLst>
              <a:ext uri="{FF2B5EF4-FFF2-40B4-BE49-F238E27FC236}">
                <a16:creationId xmlns:a16="http://schemas.microsoft.com/office/drawing/2014/main" id="{72836B13-C131-73E8-6139-B105B0CE593B}"/>
              </a:ext>
            </a:extLst>
          </p:cNvPr>
          <p:cNvSpPr>
            <a:spLocks noGrp="1"/>
          </p:cNvSpPr>
          <p:nvPr>
            <p:ph idx="16"/>
          </p:nvPr>
        </p:nvSpPr>
        <p:spPr>
          <a:xfrm>
            <a:off x="3421148"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6" name="Text Placeholder 7">
            <a:extLst>
              <a:ext uri="{FF2B5EF4-FFF2-40B4-BE49-F238E27FC236}">
                <a16:creationId xmlns:a16="http://schemas.microsoft.com/office/drawing/2014/main" id="{E21BA4D1-9D27-ACD1-776A-E09669531EFA}"/>
              </a:ext>
            </a:extLst>
          </p:cNvPr>
          <p:cNvSpPr>
            <a:spLocks noGrp="1"/>
          </p:cNvSpPr>
          <p:nvPr>
            <p:ph type="body" sz="quarter" idx="17"/>
          </p:nvPr>
        </p:nvSpPr>
        <p:spPr>
          <a:xfrm>
            <a:off x="3431553"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27" name="Picture Placeholder 26">
            <a:extLst>
              <a:ext uri="{FF2B5EF4-FFF2-40B4-BE49-F238E27FC236}">
                <a16:creationId xmlns:a16="http://schemas.microsoft.com/office/drawing/2014/main" id="{746EE493-5E35-C1E3-E4F8-37EF950BC35A}"/>
              </a:ext>
            </a:extLst>
          </p:cNvPr>
          <p:cNvSpPr>
            <a:spLocks noGrp="1"/>
          </p:cNvSpPr>
          <p:nvPr>
            <p:ph type="pic" sz="quarter" idx="18"/>
          </p:nvPr>
        </p:nvSpPr>
        <p:spPr>
          <a:xfrm>
            <a:off x="3431554" y="1691856"/>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28" name="Text Placeholder 6">
            <a:extLst>
              <a:ext uri="{FF2B5EF4-FFF2-40B4-BE49-F238E27FC236}">
                <a16:creationId xmlns:a16="http://schemas.microsoft.com/office/drawing/2014/main" id="{64C5363D-C6AA-409B-3D71-76FA8D45079A}"/>
              </a:ext>
            </a:extLst>
          </p:cNvPr>
          <p:cNvSpPr>
            <a:spLocks noGrp="1"/>
          </p:cNvSpPr>
          <p:nvPr>
            <p:ph idx="19"/>
          </p:nvPr>
        </p:nvSpPr>
        <p:spPr>
          <a:xfrm>
            <a:off x="6291434" y="3898956"/>
            <a:ext cx="2479418" cy="2409769"/>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29" name="Text Placeholder 7">
            <a:extLst>
              <a:ext uri="{FF2B5EF4-FFF2-40B4-BE49-F238E27FC236}">
                <a16:creationId xmlns:a16="http://schemas.microsoft.com/office/drawing/2014/main" id="{619863E9-9025-8CFC-7208-A307ED9B3E2B}"/>
              </a:ext>
            </a:extLst>
          </p:cNvPr>
          <p:cNvSpPr>
            <a:spLocks noGrp="1"/>
          </p:cNvSpPr>
          <p:nvPr>
            <p:ph type="body" sz="quarter" idx="20"/>
          </p:nvPr>
        </p:nvSpPr>
        <p:spPr>
          <a:xfrm>
            <a:off x="6281029" y="3269642"/>
            <a:ext cx="2479418" cy="444507"/>
          </a:xfrm>
        </p:spPr>
        <p:txBody>
          <a:bodyPr/>
          <a:lstStyle>
            <a:lvl1pPr marL="0" indent="0">
              <a:buNone/>
              <a:defRPr b="1">
                <a:solidFill>
                  <a:schemeClr val="tx2"/>
                </a:solidFill>
              </a:defRPr>
            </a:lvl1pPr>
          </a:lstStyle>
          <a:p>
            <a:pPr lvl="0"/>
            <a:r>
              <a:rPr lang="en-US"/>
              <a:t>Click to edit Master text styles</a:t>
            </a:r>
          </a:p>
        </p:txBody>
      </p:sp>
      <p:sp>
        <p:nvSpPr>
          <p:cNvPr id="30" name="Picture Placeholder 29">
            <a:extLst>
              <a:ext uri="{FF2B5EF4-FFF2-40B4-BE49-F238E27FC236}">
                <a16:creationId xmlns:a16="http://schemas.microsoft.com/office/drawing/2014/main" id="{795FDC0D-8635-F688-00AD-1CCF19561BFE}"/>
              </a:ext>
            </a:extLst>
          </p:cNvPr>
          <p:cNvSpPr>
            <a:spLocks noGrp="1"/>
          </p:cNvSpPr>
          <p:nvPr>
            <p:ph type="pic" sz="quarter" idx="21"/>
          </p:nvPr>
        </p:nvSpPr>
        <p:spPr>
          <a:xfrm>
            <a:off x="6281030" y="1688681"/>
            <a:ext cx="2479417" cy="1291051"/>
          </a:xfrm>
          <a:custGeom>
            <a:avLst/>
            <a:gdLst>
              <a:gd name="connsiteX0" fmla="*/ 37699 w 2479417"/>
              <a:gd name="connsiteY0" fmla="*/ 0 h 1291051"/>
              <a:gd name="connsiteX1" fmla="*/ 2441718 w 2479417"/>
              <a:gd name="connsiteY1" fmla="*/ 0 h 1291051"/>
              <a:gd name="connsiteX2" fmla="*/ 2479417 w 2479417"/>
              <a:gd name="connsiteY2" fmla="*/ 37699 h 1291051"/>
              <a:gd name="connsiteX3" fmla="*/ 2479417 w 2479417"/>
              <a:gd name="connsiteY3" fmla="*/ 1253352 h 1291051"/>
              <a:gd name="connsiteX4" fmla="*/ 2441718 w 2479417"/>
              <a:gd name="connsiteY4" fmla="*/ 1291051 h 1291051"/>
              <a:gd name="connsiteX5" fmla="*/ 37699 w 2479417"/>
              <a:gd name="connsiteY5" fmla="*/ 1291051 h 1291051"/>
              <a:gd name="connsiteX6" fmla="*/ 0 w 2479417"/>
              <a:gd name="connsiteY6" fmla="*/ 1253352 h 1291051"/>
              <a:gd name="connsiteX7" fmla="*/ 0 w 2479417"/>
              <a:gd name="connsiteY7" fmla="*/ 37699 h 1291051"/>
              <a:gd name="connsiteX8" fmla="*/ 37699 w 2479417"/>
              <a:gd name="connsiteY8" fmla="*/ 0 h 129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417" h="1291051">
                <a:moveTo>
                  <a:pt x="37699" y="0"/>
                </a:moveTo>
                <a:lnTo>
                  <a:pt x="2441718" y="0"/>
                </a:lnTo>
                <a:cubicBezTo>
                  <a:pt x="2462539" y="0"/>
                  <a:pt x="2479417" y="16878"/>
                  <a:pt x="2479417" y="37699"/>
                </a:cubicBezTo>
                <a:lnTo>
                  <a:pt x="2479417" y="1253352"/>
                </a:lnTo>
                <a:cubicBezTo>
                  <a:pt x="2479417" y="1274173"/>
                  <a:pt x="2462539" y="1291051"/>
                  <a:pt x="2441718" y="1291051"/>
                </a:cubicBezTo>
                <a:lnTo>
                  <a:pt x="37699" y="1291051"/>
                </a:lnTo>
                <a:cubicBezTo>
                  <a:pt x="16878" y="1291051"/>
                  <a:pt x="0" y="1274173"/>
                  <a:pt x="0" y="1253352"/>
                </a:cubicBezTo>
                <a:lnTo>
                  <a:pt x="0" y="37699"/>
                </a:lnTo>
                <a:cubicBezTo>
                  <a:pt x="0" y="16878"/>
                  <a:pt x="16878" y="0"/>
                  <a:pt x="37699" y="0"/>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4" name="Rectangle 6">
            <a:extLst>
              <a:ext uri="{FF2B5EF4-FFF2-40B4-BE49-F238E27FC236}">
                <a16:creationId xmlns:a16="http://schemas.microsoft.com/office/drawing/2014/main" id="{26EC0BE0-BD10-C993-B79D-23517752162A}"/>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580552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Photo_righ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8" y="552651"/>
            <a:ext cx="11090275"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37"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37"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7446735"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PL"/>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6832769"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a:p>
        </p:txBody>
      </p:sp>
      <p:sp>
        <p:nvSpPr>
          <p:cNvPr id="8" name="Rectangle 6">
            <a:extLst>
              <a:ext uri="{FF2B5EF4-FFF2-40B4-BE49-F238E27FC236}">
                <a16:creationId xmlns:a16="http://schemas.microsoft.com/office/drawing/2014/main" id="{B981A08C-E4C2-3E97-A30E-88871BBAB11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3374380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Photo_left">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B4D4C034-320B-6DDD-5EA0-66E4226329A7}"/>
              </a:ext>
            </a:extLst>
          </p:cNvPr>
          <p:cNvSpPr/>
          <p:nvPr userDrawn="1"/>
        </p:nvSpPr>
        <p:spPr>
          <a:xfrm>
            <a:off x="0" y="3985009"/>
            <a:ext cx="3548627" cy="2877132"/>
          </a:xfrm>
          <a:custGeom>
            <a:avLst/>
            <a:gdLst>
              <a:gd name="connsiteX0" fmla="*/ 0 w 3548627"/>
              <a:gd name="connsiteY0" fmla="*/ 0 h 2877132"/>
              <a:gd name="connsiteX1" fmla="*/ 17180 w 3548627"/>
              <a:gd name="connsiteY1" fmla="*/ 2773 h 2877132"/>
              <a:gd name="connsiteX2" fmla="*/ 259491 w 3548627"/>
              <a:gd name="connsiteY2" fmla="*/ 60188 h 2877132"/>
              <a:gd name="connsiteX3" fmla="*/ 3514069 w 3548627"/>
              <a:gd name="connsiteY3" fmla="*/ 2844543 h 2877132"/>
              <a:gd name="connsiteX4" fmla="*/ 3548627 w 3548627"/>
              <a:gd name="connsiteY4" fmla="*/ 2877132 h 2877132"/>
              <a:gd name="connsiteX5" fmla="*/ 0 w 3548627"/>
              <a:gd name="connsiteY5" fmla="*/ 2877132 h 287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48627" h="2877132">
                <a:moveTo>
                  <a:pt x="0" y="0"/>
                </a:moveTo>
                <a:lnTo>
                  <a:pt x="17180" y="2773"/>
                </a:lnTo>
                <a:cubicBezTo>
                  <a:pt x="98749" y="18969"/>
                  <a:pt x="179570" y="38093"/>
                  <a:pt x="259491" y="60188"/>
                </a:cubicBezTo>
                <a:cubicBezTo>
                  <a:pt x="2497293" y="678866"/>
                  <a:pt x="2569908" y="1912490"/>
                  <a:pt x="3514069" y="2844543"/>
                </a:cubicBezTo>
                <a:lnTo>
                  <a:pt x="3548627" y="2877132"/>
                </a:lnTo>
                <a:lnTo>
                  <a:pt x="0" y="2877132"/>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39" y="549476"/>
            <a:ext cx="11087100"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6" name="Freeform 5">
            <a:extLst>
              <a:ext uri="{FF2B5EF4-FFF2-40B4-BE49-F238E27FC236}">
                <a16:creationId xmlns:a16="http://schemas.microsoft.com/office/drawing/2014/main" id="{8C8286DF-4E1C-B3A7-F847-34C7B9B81A78}"/>
              </a:ext>
            </a:extLst>
          </p:cNvPr>
          <p:cNvSpPr/>
          <p:nvPr userDrawn="1"/>
        </p:nvSpPr>
        <p:spPr>
          <a:xfrm>
            <a:off x="8406882" y="-9331"/>
            <a:ext cx="3816220" cy="1231641"/>
          </a:xfrm>
          <a:custGeom>
            <a:avLst/>
            <a:gdLst>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 name="connsiteX0" fmla="*/ 0 w 3816220"/>
              <a:gd name="connsiteY0" fmla="*/ 0 h 1231641"/>
              <a:gd name="connsiteX1" fmla="*/ 2090057 w 3816220"/>
              <a:gd name="connsiteY1" fmla="*/ 522515 h 1231641"/>
              <a:gd name="connsiteX2" fmla="*/ 3816220 w 3816220"/>
              <a:gd name="connsiteY2" fmla="*/ 1231641 h 1231641"/>
            </a:gdLst>
            <a:ahLst/>
            <a:cxnLst>
              <a:cxn ang="0">
                <a:pos x="connsiteX0" y="connsiteY0"/>
              </a:cxn>
              <a:cxn ang="0">
                <a:pos x="connsiteX1" y="connsiteY1"/>
              </a:cxn>
              <a:cxn ang="0">
                <a:pos x="connsiteX2" y="connsiteY2"/>
              </a:cxn>
            </a:cxnLst>
            <a:rect l="l" t="t" r="r" b="b"/>
            <a:pathLst>
              <a:path w="3816220" h="1231641">
                <a:moveTo>
                  <a:pt x="0" y="0"/>
                </a:moveTo>
                <a:cubicBezTo>
                  <a:pt x="866969" y="214604"/>
                  <a:pt x="1174103" y="270590"/>
                  <a:pt x="2090057" y="522515"/>
                </a:cubicBezTo>
                <a:cubicBezTo>
                  <a:pt x="3127309" y="895739"/>
                  <a:pt x="3271156" y="979714"/>
                  <a:pt x="3816220" y="1231641"/>
                </a:cubicBezTo>
              </a:path>
            </a:pathLst>
          </a:cu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b="1"/>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4" name="Graphic 8">
            <a:extLst>
              <a:ext uri="{FF2B5EF4-FFF2-40B4-BE49-F238E27FC236}">
                <a16:creationId xmlns:a16="http://schemas.microsoft.com/office/drawing/2014/main" id="{6B5F20A3-472A-3CB2-E046-8EDD9712E221}"/>
              </a:ext>
            </a:extLst>
          </p:cNvPr>
          <p:cNvSpPr/>
          <p:nvPr userDrawn="1"/>
        </p:nvSpPr>
        <p:spPr>
          <a:xfrm rot="1079142">
            <a:off x="1576799" y="2111281"/>
            <a:ext cx="3943210" cy="4241562"/>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tx2"/>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962833" y="2003126"/>
            <a:ext cx="4217369" cy="4320742"/>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8" name="Rectangle 6">
            <a:extLst>
              <a:ext uri="{FF2B5EF4-FFF2-40B4-BE49-F238E27FC236}">
                <a16:creationId xmlns:a16="http://schemas.microsoft.com/office/drawing/2014/main" id="{91EE9C37-7807-0EAE-B8FC-2EC38AFA118F}"/>
              </a:ext>
            </a:extLst>
          </p:cNvPr>
          <p:cNvSpPr/>
          <p:nvPr userDrawn="1"/>
        </p:nvSpPr>
        <p:spPr>
          <a:xfrm>
            <a:off x="10002418" y="-3174"/>
            <a:ext cx="2195933" cy="777616"/>
          </a:xfrm>
          <a:custGeom>
            <a:avLst/>
            <a:gdLst>
              <a:gd name="connsiteX0" fmla="*/ 0 w 2180253"/>
              <a:gd name="connsiteY0" fmla="*/ 0 h 251927"/>
              <a:gd name="connsiteX1" fmla="*/ 2180253 w 2180253"/>
              <a:gd name="connsiteY1" fmla="*/ 0 h 251927"/>
              <a:gd name="connsiteX2" fmla="*/ 2180253 w 2180253"/>
              <a:gd name="connsiteY2" fmla="*/ 251927 h 251927"/>
              <a:gd name="connsiteX3" fmla="*/ 0 w 2180253"/>
              <a:gd name="connsiteY3" fmla="*/ 251927 h 251927"/>
              <a:gd name="connsiteX4" fmla="*/ 0 w 2180253"/>
              <a:gd name="connsiteY4" fmla="*/ 0 h 251927"/>
              <a:gd name="connsiteX0" fmla="*/ 0 w 2180253"/>
              <a:gd name="connsiteY0" fmla="*/ 0 h 447870"/>
              <a:gd name="connsiteX1" fmla="*/ 2180253 w 2180253"/>
              <a:gd name="connsiteY1" fmla="*/ 0 h 447870"/>
              <a:gd name="connsiteX2" fmla="*/ 2180253 w 2180253"/>
              <a:gd name="connsiteY2" fmla="*/ 251927 h 447870"/>
              <a:gd name="connsiteX3" fmla="*/ 933061 w 2180253"/>
              <a:gd name="connsiteY3" fmla="*/ 447870 h 447870"/>
              <a:gd name="connsiteX4" fmla="*/ 0 w 2180253"/>
              <a:gd name="connsiteY4" fmla="*/ 0 h 447870"/>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89583"/>
              <a:gd name="connsiteY0" fmla="*/ 0 h 774441"/>
              <a:gd name="connsiteX1" fmla="*/ 2180253 w 2189583"/>
              <a:gd name="connsiteY1" fmla="*/ 0 h 774441"/>
              <a:gd name="connsiteX2" fmla="*/ 2189583 w 2189583"/>
              <a:gd name="connsiteY2" fmla="*/ 774441 h 774441"/>
              <a:gd name="connsiteX3" fmla="*/ 933061 w 2189583"/>
              <a:gd name="connsiteY3" fmla="*/ 447870 h 774441"/>
              <a:gd name="connsiteX4" fmla="*/ 0 w 2189583"/>
              <a:gd name="connsiteY4" fmla="*/ 0 h 774441"/>
              <a:gd name="connsiteX0" fmla="*/ 0 w 2193582"/>
              <a:gd name="connsiteY0" fmla="*/ 0 h 774441"/>
              <a:gd name="connsiteX1" fmla="*/ 2192953 w 2193582"/>
              <a:gd name="connsiteY1" fmla="*/ 0 h 774441"/>
              <a:gd name="connsiteX2" fmla="*/ 2189583 w 2193582"/>
              <a:gd name="connsiteY2" fmla="*/ 774441 h 774441"/>
              <a:gd name="connsiteX3" fmla="*/ 933061 w 2193582"/>
              <a:gd name="connsiteY3" fmla="*/ 447870 h 774441"/>
              <a:gd name="connsiteX4" fmla="*/ 0 w 2193582"/>
              <a:gd name="connsiteY4" fmla="*/ 0 h 774441"/>
              <a:gd name="connsiteX0" fmla="*/ 0 w 2195933"/>
              <a:gd name="connsiteY0" fmla="*/ 0 h 777616"/>
              <a:gd name="connsiteX1" fmla="*/ 2192953 w 2195933"/>
              <a:gd name="connsiteY1" fmla="*/ 0 h 777616"/>
              <a:gd name="connsiteX2" fmla="*/ 2195933 w 2195933"/>
              <a:gd name="connsiteY2" fmla="*/ 777616 h 777616"/>
              <a:gd name="connsiteX3" fmla="*/ 933061 w 2195933"/>
              <a:gd name="connsiteY3" fmla="*/ 447870 h 777616"/>
              <a:gd name="connsiteX4" fmla="*/ 0 w 2195933"/>
              <a:gd name="connsiteY4" fmla="*/ 0 h 777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933" h="777616">
                <a:moveTo>
                  <a:pt x="0" y="0"/>
                </a:moveTo>
                <a:lnTo>
                  <a:pt x="2192953" y="0"/>
                </a:lnTo>
                <a:cubicBezTo>
                  <a:pt x="2196063" y="258147"/>
                  <a:pt x="2192823" y="519469"/>
                  <a:pt x="2195933" y="777616"/>
                </a:cubicBezTo>
                <a:cubicBezTo>
                  <a:pt x="1702448" y="584784"/>
                  <a:pt x="1426547" y="547397"/>
                  <a:pt x="933061" y="447870"/>
                </a:cubicBezTo>
                <a:cubicBezTo>
                  <a:pt x="202163" y="214604"/>
                  <a:pt x="311020" y="149290"/>
                  <a:pt x="0" y="0"/>
                </a:cubicBezTo>
                <a:close/>
              </a:path>
            </a:pathLst>
          </a:cu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Tree>
    <p:extLst>
      <p:ext uri="{BB962C8B-B14F-4D97-AF65-F5344CB8AC3E}">
        <p14:creationId xmlns:p14="http://schemas.microsoft.com/office/powerpoint/2010/main" val="2496420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Photo-Big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7148"/>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93260"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877687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Photo-Big_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777"/>
          </a:xfrm>
          <a:prstGeom prst="rect">
            <a:avLst/>
          </a:prstGeom>
        </p:spPr>
        <p:txBody>
          <a:bodyPr vert="horz" lIns="0" tIns="0" rIns="0" bIns="0" rtlCol="0">
            <a:normAutofit/>
          </a:bodyPr>
          <a:lstStyle>
            <a:lvl1pPr marL="0" indent="0">
              <a:buNone/>
              <a:defRPr sz="1200"/>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tx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21024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Photo-Big_righ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554071" y="549476"/>
            <a:ext cx="5541929"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554071" y="2723948"/>
            <a:ext cx="5541929" cy="3584777"/>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554071" y="2119540"/>
            <a:ext cx="5541929"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a:off x="6881685"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Freeform 32">
            <a:extLst>
              <a:ext uri="{FF2B5EF4-FFF2-40B4-BE49-F238E27FC236}">
                <a16:creationId xmlns:a16="http://schemas.microsoft.com/office/drawing/2014/main" id="{7ABAEECC-CEEE-7426-95F0-433CD5D0628E}"/>
              </a:ext>
            </a:extLst>
          </p:cNvPr>
          <p:cNvSpPr/>
          <p:nvPr userDrawn="1"/>
        </p:nvSpPr>
        <p:spPr>
          <a:xfrm>
            <a:off x="7288693"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Picture Placeholder 35">
            <a:extLst>
              <a:ext uri="{FF2B5EF4-FFF2-40B4-BE49-F238E27FC236}">
                <a16:creationId xmlns:a16="http://schemas.microsoft.com/office/drawing/2014/main" id="{95AB918B-2E59-DAB9-A333-D1C66DCE70E5}"/>
              </a:ext>
            </a:extLst>
          </p:cNvPr>
          <p:cNvSpPr>
            <a:spLocks noGrp="1"/>
          </p:cNvSpPr>
          <p:nvPr>
            <p:ph type="pic" sz="quarter" idx="12"/>
          </p:nvPr>
        </p:nvSpPr>
        <p:spPr>
          <a:xfrm>
            <a:off x="7574694" y="0"/>
            <a:ext cx="4617306" cy="6858000"/>
          </a:xfrm>
          <a:custGeom>
            <a:avLst/>
            <a:gdLst>
              <a:gd name="connsiteX0" fmla="*/ 719981 w 4617306"/>
              <a:gd name="connsiteY0" fmla="*/ 0 h 6858000"/>
              <a:gd name="connsiteX1" fmla="*/ 4617306 w 4617306"/>
              <a:gd name="connsiteY1" fmla="*/ 0 h 6858000"/>
              <a:gd name="connsiteX2" fmla="*/ 4617306 w 4617306"/>
              <a:gd name="connsiteY2" fmla="*/ 6858000 h 6858000"/>
              <a:gd name="connsiteX3" fmla="*/ 251282 w 4617306"/>
              <a:gd name="connsiteY3" fmla="*/ 6858000 h 6858000"/>
              <a:gd name="connsiteX4" fmla="*/ 236245 w 4617306"/>
              <a:gd name="connsiteY4" fmla="*/ 6776573 h 6858000"/>
              <a:gd name="connsiteX5" fmla="*/ 55246 w 4617306"/>
              <a:gd name="connsiteY5" fmla="*/ 4176390 h 6858000"/>
              <a:gd name="connsiteX6" fmla="*/ 723846 w 4617306"/>
              <a:gd name="connsiteY6" fmla="*/ 3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7306" h="6858000">
                <a:moveTo>
                  <a:pt x="719981" y="0"/>
                </a:moveTo>
                <a:lnTo>
                  <a:pt x="4617306" y="0"/>
                </a:lnTo>
                <a:lnTo>
                  <a:pt x="4617306" y="6858000"/>
                </a:lnTo>
                <a:lnTo>
                  <a:pt x="251282" y="6858000"/>
                </a:lnTo>
                <a:lnTo>
                  <a:pt x="236245" y="6776573"/>
                </a:lnTo>
                <a:cubicBezTo>
                  <a:pt x="81750" y="5981827"/>
                  <a:pt x="-90781" y="5221592"/>
                  <a:pt x="55246" y="4176390"/>
                </a:cubicBezTo>
                <a:cubicBezTo>
                  <a:pt x="225619" y="2956996"/>
                  <a:pt x="830446" y="1344814"/>
                  <a:pt x="723846" y="3131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398046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Photo-Big_lef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549476"/>
            <a:ext cx="5545138" cy="1131687"/>
          </a:xfrm>
        </p:spPr>
        <p:txBody>
          <a:bodyPr/>
          <a:lstStyle>
            <a:lvl1pPr>
              <a:defRPr>
                <a:solidFill>
                  <a:schemeClr val="bg2"/>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p:nvPr>
        </p:nvSpPr>
        <p:spPr>
          <a:xfrm>
            <a:off x="6096000" y="2723948"/>
            <a:ext cx="5545138" cy="3584576"/>
          </a:xfrm>
          <a:prstGeom prst="rect">
            <a:avLst/>
          </a:prstGeom>
        </p:spPr>
        <p:txBody>
          <a:bodyPr vert="horz" lIns="0" tIns="0" rIns="0" bIns="0" rtlCol="0">
            <a:normAutofit/>
          </a:bodyPr>
          <a:lstStyle>
            <a:lvl1pPr marL="0" indent="0">
              <a:buNone/>
              <a:defRPr sz="1200">
                <a:solidFill>
                  <a:schemeClr val="bg2"/>
                </a:solidFill>
              </a:defRPr>
            </a:lvl1pPr>
            <a:lvl2pPr marL="457200" indent="0">
              <a:buNone/>
              <a:defRPr/>
            </a:lvl2pPr>
            <a:lvl3pPr marL="914400" indent="0">
              <a:buNone/>
              <a:defRPr/>
            </a:lvl3pPr>
          </a:lstStyle>
          <a:p>
            <a:pPr lvl="0"/>
            <a:r>
              <a:rPr lang="en-US"/>
              <a:t>Click to edit Master text styles</a:t>
            </a:r>
          </a:p>
        </p:txBody>
      </p:sp>
      <p:sp>
        <p:nvSpPr>
          <p:cNvPr id="11" name="Text Placeholder 7">
            <a:extLst>
              <a:ext uri="{FF2B5EF4-FFF2-40B4-BE49-F238E27FC236}">
                <a16:creationId xmlns:a16="http://schemas.microsoft.com/office/drawing/2014/main" id="{89B4F3B9-1C89-E951-4C68-F8F9879046BB}"/>
              </a:ext>
            </a:extLst>
          </p:cNvPr>
          <p:cNvSpPr>
            <a:spLocks noGrp="1"/>
          </p:cNvSpPr>
          <p:nvPr>
            <p:ph type="body" sz="quarter" idx="11"/>
          </p:nvPr>
        </p:nvSpPr>
        <p:spPr>
          <a:xfrm>
            <a:off x="6096000" y="2119540"/>
            <a:ext cx="5545138" cy="444507"/>
          </a:xfrm>
        </p:spPr>
        <p:txBody>
          <a:bodyPr/>
          <a:lstStyle>
            <a:lvl1pPr marL="0" indent="0">
              <a:buNone/>
              <a:defRPr b="1">
                <a:solidFill>
                  <a:schemeClr val="bg2"/>
                </a:solidFill>
              </a:defRPr>
            </a:lvl1pPr>
          </a:lstStyle>
          <a:p>
            <a:pPr lvl="0"/>
            <a:r>
              <a:rPr lang="en-US"/>
              <a:t>Click to edit Master text styles</a:t>
            </a:r>
          </a:p>
        </p:txBody>
      </p:sp>
      <p:sp>
        <p:nvSpPr>
          <p:cNvPr id="29" name="Freeform 28">
            <a:extLst>
              <a:ext uri="{FF2B5EF4-FFF2-40B4-BE49-F238E27FC236}">
                <a16:creationId xmlns:a16="http://schemas.microsoft.com/office/drawing/2014/main" id="{0A243FFF-8D05-DB6D-9184-BB0FF22C1C35}"/>
              </a:ext>
            </a:extLst>
          </p:cNvPr>
          <p:cNvSpPr/>
          <p:nvPr userDrawn="1"/>
        </p:nvSpPr>
        <p:spPr>
          <a:xfrm flipH="1">
            <a:off x="4130148" y="0"/>
            <a:ext cx="1174594" cy="6858000"/>
          </a:xfrm>
          <a:custGeom>
            <a:avLst/>
            <a:gdLst>
              <a:gd name="connsiteX0" fmla="*/ 771494 w 1174594"/>
              <a:gd name="connsiteY0" fmla="*/ 0 h 6858000"/>
              <a:gd name="connsiteX1" fmla="*/ 1174594 w 1174594"/>
              <a:gd name="connsiteY1" fmla="*/ 0 h 6858000"/>
              <a:gd name="connsiteX2" fmla="*/ 1161444 w 1174594"/>
              <a:gd name="connsiteY2" fmla="*/ 144397 h 6858000"/>
              <a:gd name="connsiteX3" fmla="*/ 472003 w 1174594"/>
              <a:gd name="connsiteY3" fmla="*/ 3402712 h 6858000"/>
              <a:gd name="connsiteX4" fmla="*/ 748093 w 1174594"/>
              <a:gd name="connsiteY4" fmla="*/ 6824530 h 6858000"/>
              <a:gd name="connsiteX5" fmla="*/ 750748 w 1174594"/>
              <a:gd name="connsiteY5" fmla="*/ 6858000 h 6858000"/>
              <a:gd name="connsiteX6" fmla="*/ 217344 w 1174594"/>
              <a:gd name="connsiteY6" fmla="*/ 6858000 h 6858000"/>
              <a:gd name="connsiteX7" fmla="*/ 214865 w 1174594"/>
              <a:gd name="connsiteY7" fmla="*/ 6843618 h 6858000"/>
              <a:gd name="connsiteX8" fmla="*/ 64995 w 1174594"/>
              <a:gd name="connsiteY8" fmla="*/ 4241454 h 6858000"/>
              <a:gd name="connsiteX9" fmla="*/ 783146 w 1174594"/>
              <a:gd name="connsiteY9" fmla="*/ 1046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594" h="6858000">
                <a:moveTo>
                  <a:pt x="771494" y="0"/>
                </a:moveTo>
                <a:lnTo>
                  <a:pt x="1174594" y="0"/>
                </a:lnTo>
                <a:lnTo>
                  <a:pt x="1161444" y="144397"/>
                </a:lnTo>
                <a:cubicBezTo>
                  <a:pt x="1033733" y="1250609"/>
                  <a:pt x="617322" y="2446286"/>
                  <a:pt x="472003" y="3402712"/>
                </a:cubicBezTo>
                <a:cubicBezTo>
                  <a:pt x="260630" y="4793885"/>
                  <a:pt x="621619" y="5685263"/>
                  <a:pt x="748093" y="6824530"/>
                </a:cubicBezTo>
                <a:lnTo>
                  <a:pt x="750748" y="6858000"/>
                </a:lnTo>
                <a:lnTo>
                  <a:pt x="217344" y="6858000"/>
                </a:lnTo>
                <a:lnTo>
                  <a:pt x="214865" y="6843618"/>
                </a:lnTo>
                <a:cubicBezTo>
                  <a:pt x="69890" y="6047077"/>
                  <a:pt x="-93534" y="5284828"/>
                  <a:pt x="64995" y="4241454"/>
                </a:cubicBezTo>
                <a:cubicBezTo>
                  <a:pt x="249947" y="3024186"/>
                  <a:pt x="874015" y="1419367"/>
                  <a:pt x="783146" y="104685"/>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Freeform 6">
            <a:extLst>
              <a:ext uri="{FF2B5EF4-FFF2-40B4-BE49-F238E27FC236}">
                <a16:creationId xmlns:a16="http://schemas.microsoft.com/office/drawing/2014/main" id="{C40030E4-B36C-592E-E057-414B265596F4}"/>
              </a:ext>
            </a:extLst>
          </p:cNvPr>
          <p:cNvSpPr/>
          <p:nvPr userDrawn="1"/>
        </p:nvSpPr>
        <p:spPr>
          <a:xfrm flipH="1">
            <a:off x="3880422" y="0"/>
            <a:ext cx="1022358" cy="6858000"/>
          </a:xfrm>
          <a:custGeom>
            <a:avLst/>
            <a:gdLst>
              <a:gd name="connsiteX0" fmla="*/ 768834 w 1022358"/>
              <a:gd name="connsiteY0" fmla="*/ 0 h 6858000"/>
              <a:gd name="connsiteX1" fmla="*/ 1005982 w 1022358"/>
              <a:gd name="connsiteY1" fmla="*/ 0 h 6858000"/>
              <a:gd name="connsiteX2" fmla="*/ 1009847 w 1022358"/>
              <a:gd name="connsiteY2" fmla="*/ 31316 h 6858000"/>
              <a:gd name="connsiteX3" fmla="*/ 341247 w 1022358"/>
              <a:gd name="connsiteY3" fmla="*/ 4176390 h 6858000"/>
              <a:gd name="connsiteX4" fmla="*/ 522246 w 1022358"/>
              <a:gd name="connsiteY4" fmla="*/ 6776573 h 6858000"/>
              <a:gd name="connsiteX5" fmla="*/ 537283 w 1022358"/>
              <a:gd name="connsiteY5" fmla="*/ 6858000 h 6858000"/>
              <a:gd name="connsiteX6" fmla="*/ 343740 w 1022358"/>
              <a:gd name="connsiteY6" fmla="*/ 6858000 h 6858000"/>
              <a:gd name="connsiteX7" fmla="*/ 341085 w 1022358"/>
              <a:gd name="connsiteY7" fmla="*/ 6824530 h 6858000"/>
              <a:gd name="connsiteX8" fmla="*/ 64995 w 1022358"/>
              <a:gd name="connsiteY8" fmla="*/ 3402712 h 6858000"/>
              <a:gd name="connsiteX9" fmla="*/ 766468 w 1022358"/>
              <a:gd name="connsiteY9" fmla="*/ 31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358" h="6858000">
                <a:moveTo>
                  <a:pt x="768834" y="0"/>
                </a:moveTo>
                <a:lnTo>
                  <a:pt x="1005982" y="0"/>
                </a:lnTo>
                <a:lnTo>
                  <a:pt x="1009847" y="31316"/>
                </a:lnTo>
                <a:cubicBezTo>
                  <a:pt x="1116447" y="1344814"/>
                  <a:pt x="511620" y="2956996"/>
                  <a:pt x="341247" y="4176390"/>
                </a:cubicBezTo>
                <a:cubicBezTo>
                  <a:pt x="195220" y="5221592"/>
                  <a:pt x="367751" y="5981827"/>
                  <a:pt x="522246" y="6776573"/>
                </a:cubicBezTo>
                <a:lnTo>
                  <a:pt x="537283" y="6858000"/>
                </a:lnTo>
                <a:lnTo>
                  <a:pt x="343740" y="6858000"/>
                </a:lnTo>
                <a:lnTo>
                  <a:pt x="341085" y="6824530"/>
                </a:lnTo>
                <a:cubicBezTo>
                  <a:pt x="214611" y="5685264"/>
                  <a:pt x="-146378" y="4793885"/>
                  <a:pt x="64995" y="3402712"/>
                </a:cubicBezTo>
                <a:cubicBezTo>
                  <a:pt x="215268" y="2413681"/>
                  <a:pt x="655432" y="1168808"/>
                  <a:pt x="766468" y="3158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Picture Placeholder 11">
            <a:extLst>
              <a:ext uri="{FF2B5EF4-FFF2-40B4-BE49-F238E27FC236}">
                <a16:creationId xmlns:a16="http://schemas.microsoft.com/office/drawing/2014/main" id="{6BD9DE43-31F4-89E5-CCA5-DB3D1A80476F}"/>
              </a:ext>
            </a:extLst>
          </p:cNvPr>
          <p:cNvSpPr>
            <a:spLocks noGrp="1"/>
          </p:cNvSpPr>
          <p:nvPr>
            <p:ph type="pic" sz="quarter" idx="12"/>
          </p:nvPr>
        </p:nvSpPr>
        <p:spPr>
          <a:xfrm>
            <a:off x="0" y="0"/>
            <a:ext cx="4626938" cy="6858000"/>
          </a:xfrm>
          <a:custGeom>
            <a:avLst/>
            <a:gdLst>
              <a:gd name="connsiteX0" fmla="*/ 0 w 4626938"/>
              <a:gd name="connsiteY0" fmla="*/ 0 h 6858000"/>
              <a:gd name="connsiteX1" fmla="*/ 3906958 w 4626938"/>
              <a:gd name="connsiteY1" fmla="*/ 0 h 6858000"/>
              <a:gd name="connsiteX2" fmla="*/ 3903093 w 4626938"/>
              <a:gd name="connsiteY2" fmla="*/ 31316 h 6858000"/>
              <a:gd name="connsiteX3" fmla="*/ 4571693 w 4626938"/>
              <a:gd name="connsiteY3" fmla="*/ 4176390 h 6858000"/>
              <a:gd name="connsiteX4" fmla="*/ 4390694 w 4626938"/>
              <a:gd name="connsiteY4" fmla="*/ 6776573 h 6858000"/>
              <a:gd name="connsiteX5" fmla="*/ 4375657 w 4626938"/>
              <a:gd name="connsiteY5" fmla="*/ 6858000 h 6858000"/>
              <a:gd name="connsiteX6" fmla="*/ 0 w 46269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6938" h="6858000">
                <a:moveTo>
                  <a:pt x="0" y="0"/>
                </a:moveTo>
                <a:lnTo>
                  <a:pt x="3906958" y="0"/>
                </a:lnTo>
                <a:lnTo>
                  <a:pt x="3903093" y="31316"/>
                </a:lnTo>
                <a:cubicBezTo>
                  <a:pt x="3796493" y="1344814"/>
                  <a:pt x="4401320" y="2956996"/>
                  <a:pt x="4571693" y="4176390"/>
                </a:cubicBezTo>
                <a:cubicBezTo>
                  <a:pt x="4717720" y="5221592"/>
                  <a:pt x="4545189" y="5981827"/>
                  <a:pt x="4390694" y="6776573"/>
                </a:cubicBezTo>
                <a:lnTo>
                  <a:pt x="4375657" y="6858000"/>
                </a:lnTo>
                <a:lnTo>
                  <a:pt x="0" y="6858000"/>
                </a:ln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21657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ter_light">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rgbClr val="6C1D5F"/>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6096000" y="3435242"/>
            <a:ext cx="5540400" cy="798091"/>
          </a:xfrm>
        </p:spPr>
        <p:txBody>
          <a:bodyPr/>
          <a:lstStyle>
            <a:lvl1pPr>
              <a:defRPr>
                <a:solidFill>
                  <a:schemeClr val="tx2"/>
                </a:solidFill>
              </a:defRPr>
            </a:lvl1pPr>
          </a:lstStyle>
          <a:p>
            <a:r>
              <a:rPr lang="en-GB" dirty="0"/>
              <a:t>Title of contents</a:t>
            </a:r>
            <a:br>
              <a:rPr lang="en-GB" dirty="0"/>
            </a:br>
            <a:r>
              <a:rPr lang="en-GB" dirty="0"/>
              <a:t>max. 2 lines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tx1"/>
                </a:solidFill>
              </a:defRPr>
            </a:lvl1pPr>
            <a:lvl2pPr marL="457200" indent="0">
              <a:buNone/>
              <a:defRPr/>
            </a:lvl2pPr>
            <a:lvl3pPr marL="914400" indent="0">
              <a:buNone/>
              <a:defRPr/>
            </a:lvl3pPr>
          </a:lstStyle>
          <a:p>
            <a:pPr lvl="0"/>
            <a:r>
              <a:rPr lang="en-GB" dirty="0"/>
              <a:t>Chapter number</a:t>
            </a:r>
          </a:p>
        </p:txBody>
      </p:sp>
    </p:spTree>
    <p:extLst>
      <p:ext uri="{BB962C8B-B14F-4D97-AF65-F5344CB8AC3E}">
        <p14:creationId xmlns:p14="http://schemas.microsoft.com/office/powerpoint/2010/main" val="4150340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5D01-D82B-260F-3184-C82FCF65A346}"/>
              </a:ext>
            </a:extLst>
          </p:cNvPr>
          <p:cNvSpPr>
            <a:spLocks noGrp="1"/>
          </p:cNvSpPr>
          <p:nvPr>
            <p:ph type="title" hasCustomPrompt="1"/>
          </p:nvPr>
        </p:nvSpPr>
        <p:spPr>
          <a:xfrm>
            <a:off x="6096000" y="3435242"/>
            <a:ext cx="5540400" cy="798091"/>
          </a:xfrm>
        </p:spPr>
        <p:txBody>
          <a:bodyPr/>
          <a:lstStyle>
            <a:lvl1pPr>
              <a:defRPr>
                <a:solidFill>
                  <a:schemeClr val="bg1"/>
                </a:solidFill>
              </a:defRPr>
            </a:lvl1pPr>
          </a:lstStyle>
          <a:p>
            <a:r>
              <a:rPr lang="en-GB" dirty="0"/>
              <a:t>Title of contents</a:t>
            </a:r>
            <a:br>
              <a:rPr lang="en-GB" dirty="0"/>
            </a:br>
            <a:r>
              <a:rPr lang="en-GB" dirty="0"/>
              <a:t>max. 2 lines</a:t>
            </a:r>
            <a:endParaRPr lang="en-PL" dirty="0"/>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
        <p:nvSpPr>
          <p:cNvPr id="9" name="Text Placeholder 6">
            <a:extLst>
              <a:ext uri="{FF2B5EF4-FFF2-40B4-BE49-F238E27FC236}">
                <a16:creationId xmlns:a16="http://schemas.microsoft.com/office/drawing/2014/main" id="{32318783-F912-367F-A0F9-62F27F691C6D}"/>
              </a:ext>
            </a:extLst>
          </p:cNvPr>
          <p:cNvSpPr>
            <a:spLocks noGrp="1"/>
          </p:cNvSpPr>
          <p:nvPr>
            <p:ph idx="1" hasCustomPrompt="1"/>
          </p:nvPr>
        </p:nvSpPr>
        <p:spPr>
          <a:xfrm>
            <a:off x="6096000" y="2723948"/>
            <a:ext cx="5540400" cy="268951"/>
          </a:xfrm>
          <a:prstGeom prst="rect">
            <a:avLst/>
          </a:prstGeom>
        </p:spPr>
        <p:txBody>
          <a:bodyPr vert="horz" lIns="0" tIns="0" rIns="0" bIns="0" rtlCol="0">
            <a:normAutofit/>
          </a:bodyPr>
          <a:lstStyle>
            <a:lvl1pPr marL="0" indent="0">
              <a:buNone/>
              <a:defRPr sz="1200">
                <a:solidFill>
                  <a:schemeClr val="bg1"/>
                </a:solidFill>
              </a:defRPr>
            </a:lvl1pPr>
            <a:lvl2pPr marL="457200" indent="0">
              <a:buNone/>
              <a:defRPr/>
            </a:lvl2pPr>
            <a:lvl3pPr marL="914400" indent="0">
              <a:buNone/>
              <a:defRPr/>
            </a:lvl3pPr>
          </a:lstStyle>
          <a:p>
            <a:pPr lvl="0"/>
            <a:r>
              <a:rPr lang="en-GB" dirty="0"/>
              <a:t>Chapter number</a:t>
            </a:r>
          </a:p>
        </p:txBody>
      </p:sp>
      <p:sp>
        <p:nvSpPr>
          <p:cNvPr id="4" name="Graphic 8">
            <a:extLst>
              <a:ext uri="{FF2B5EF4-FFF2-40B4-BE49-F238E27FC236}">
                <a16:creationId xmlns:a16="http://schemas.microsoft.com/office/drawing/2014/main" id="{6B5F20A3-472A-3CB2-E046-8EDD9712E221}"/>
              </a:ext>
            </a:extLst>
          </p:cNvPr>
          <p:cNvSpPr/>
          <p:nvPr userDrawn="1"/>
        </p:nvSpPr>
        <p:spPr>
          <a:xfrm rot="6999517">
            <a:off x="852903" y="1204759"/>
            <a:ext cx="4758926" cy="5118997"/>
          </a:xfrm>
          <a:custGeom>
            <a:avLst/>
            <a:gdLst>
              <a:gd name="connsiteX0" fmla="*/ 1401949 w 1616853"/>
              <a:gd name="connsiteY0" fmla="*/ 422108 h 1739188"/>
              <a:gd name="connsiteX1" fmla="*/ 1615215 w 1616853"/>
              <a:gd name="connsiteY1" fmla="*/ 994174 h 1739188"/>
              <a:gd name="connsiteX2" fmla="*/ 1251001 w 1616853"/>
              <a:gd name="connsiteY2" fmla="*/ 1543821 h 1739188"/>
              <a:gd name="connsiteX3" fmla="*/ 480868 w 1616853"/>
              <a:gd name="connsiteY3" fmla="*/ 1705884 h 1739188"/>
              <a:gd name="connsiteX4" fmla="*/ 2563 w 1616853"/>
              <a:gd name="connsiteY4" fmla="*/ 1071596 h 1739188"/>
              <a:gd name="connsiteX5" fmla="*/ 319850 w 1616853"/>
              <a:gd name="connsiteY5" fmla="*/ 332242 h 1739188"/>
              <a:gd name="connsiteX6" fmla="*/ 922695 w 1616853"/>
              <a:gd name="connsiteY6" fmla="*/ 2891 h 1739188"/>
              <a:gd name="connsiteX7" fmla="*/ 1401949 w 1616853"/>
              <a:gd name="connsiteY7" fmla="*/ 422013 h 1739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6853" h="1739188">
                <a:moveTo>
                  <a:pt x="1401949" y="422108"/>
                </a:moveTo>
                <a:cubicBezTo>
                  <a:pt x="1530859" y="614760"/>
                  <a:pt x="1630985" y="799718"/>
                  <a:pt x="1615215" y="994174"/>
                </a:cubicBezTo>
                <a:cubicBezTo>
                  <a:pt x="1599446" y="1188726"/>
                  <a:pt x="1467592" y="1392303"/>
                  <a:pt x="1251001" y="1543821"/>
                </a:cubicBezTo>
                <a:cubicBezTo>
                  <a:pt x="1034410" y="1695340"/>
                  <a:pt x="732988" y="1794231"/>
                  <a:pt x="480868" y="1705884"/>
                </a:cubicBezTo>
                <a:cubicBezTo>
                  <a:pt x="229319" y="1617443"/>
                  <a:pt x="27072" y="1341670"/>
                  <a:pt x="2563" y="1071596"/>
                </a:cubicBezTo>
                <a:cubicBezTo>
                  <a:pt x="-21851" y="801997"/>
                  <a:pt x="131473" y="538194"/>
                  <a:pt x="319850" y="332242"/>
                </a:cubicBezTo>
                <a:cubicBezTo>
                  <a:pt x="508227" y="126291"/>
                  <a:pt x="732038" y="-22853"/>
                  <a:pt x="922695" y="2891"/>
                </a:cubicBezTo>
                <a:cubicBezTo>
                  <a:pt x="1113922" y="28730"/>
                  <a:pt x="1272565" y="229457"/>
                  <a:pt x="1401949" y="422013"/>
                </a:cubicBezTo>
                <a:close/>
              </a:path>
            </a:pathLst>
          </a:custGeom>
          <a:solidFill>
            <a:schemeClr val="accent1"/>
          </a:solidFill>
          <a:ln w="9487" cap="flat">
            <a:noFill/>
            <a:prstDash val="solid"/>
            <a:miter/>
          </a:ln>
        </p:spPr>
        <p:txBody>
          <a:bodyPr rtlCol="0" anchor="ctr"/>
          <a:lstStyle/>
          <a:p>
            <a:endParaRPr lang="en-GB" noProof="0"/>
          </a:p>
        </p:txBody>
      </p:sp>
      <p:sp>
        <p:nvSpPr>
          <p:cNvPr id="7" name="Picture Placeholder 16">
            <a:extLst>
              <a:ext uri="{FF2B5EF4-FFF2-40B4-BE49-F238E27FC236}">
                <a16:creationId xmlns:a16="http://schemas.microsoft.com/office/drawing/2014/main" id="{8E00BA19-5C35-CDE1-774D-9BBD0B7B5956}"/>
              </a:ext>
            </a:extLst>
          </p:cNvPr>
          <p:cNvSpPr>
            <a:spLocks noGrp="1"/>
          </p:cNvSpPr>
          <p:nvPr>
            <p:ph type="pic" sz="quarter" idx="12"/>
          </p:nvPr>
        </p:nvSpPr>
        <p:spPr>
          <a:xfrm>
            <a:off x="810433" y="1222310"/>
            <a:ext cx="4651685" cy="4765704"/>
          </a:xfrm>
          <a:custGeom>
            <a:avLst/>
            <a:gdLst>
              <a:gd name="connsiteX0" fmla="*/ 2172219 w 4643466"/>
              <a:gd name="connsiteY0" fmla="*/ 4 h 4757283"/>
              <a:gd name="connsiteX1" fmla="*/ 3682662 w 4643466"/>
              <a:gd name="connsiteY1" fmla="*/ 791177 h 4757283"/>
              <a:gd name="connsiteX2" fmla="*/ 3682719 w 4643466"/>
              <a:gd name="connsiteY2" fmla="*/ 791425 h 4757283"/>
              <a:gd name="connsiteX3" fmla="*/ 4631723 w 4643466"/>
              <a:gd name="connsiteY3" fmla="*/ 2150645 h 4757283"/>
              <a:gd name="connsiteX4" fmla="*/ 3921972 w 4643466"/>
              <a:gd name="connsiteY4" fmla="*/ 3826185 h 4757283"/>
              <a:gd name="connsiteX5" fmla="*/ 1824385 w 4643466"/>
              <a:gd name="connsiteY5" fmla="*/ 4750602 h 4757283"/>
              <a:gd name="connsiteX6" fmla="*/ 83093 w 4643466"/>
              <a:gd name="connsiteY6" fmla="*/ 3400595 h 4757283"/>
              <a:gd name="connsiteX7" fmla="*/ 545938 w 4643466"/>
              <a:gd name="connsiteY7" fmla="*/ 1258862 h 4757283"/>
              <a:gd name="connsiteX8" fmla="*/ 2067058 w 4643466"/>
              <a:gd name="connsiteY8" fmla="*/ 5108 h 4757283"/>
              <a:gd name="connsiteX9" fmla="*/ 2172219 w 4643466"/>
              <a:gd name="connsiteY9" fmla="*/ 4 h 475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43466" h="4757283">
                <a:moveTo>
                  <a:pt x="2172219" y="4"/>
                </a:moveTo>
                <a:cubicBezTo>
                  <a:pt x="2698457" y="1377"/>
                  <a:pt x="3229338" y="397328"/>
                  <a:pt x="3682662" y="791177"/>
                </a:cubicBezTo>
                <a:lnTo>
                  <a:pt x="3682719" y="791425"/>
                </a:lnTo>
                <a:cubicBezTo>
                  <a:pt x="4164971" y="1212090"/>
                  <a:pt x="4560621" y="1631303"/>
                  <a:pt x="4631723" y="2150645"/>
                </a:cubicBezTo>
                <a:cubicBezTo>
                  <a:pt x="4702885" y="2670238"/>
                  <a:pt x="4448678" y="3288845"/>
                  <a:pt x="3921972" y="3826185"/>
                </a:cubicBezTo>
                <a:cubicBezTo>
                  <a:pt x="3395266" y="4363528"/>
                  <a:pt x="2595453" y="4818175"/>
                  <a:pt x="1824385" y="4750602"/>
                </a:cubicBezTo>
                <a:cubicBezTo>
                  <a:pt x="1054889" y="4682411"/>
                  <a:pt x="314082" y="4091754"/>
                  <a:pt x="83093" y="3400595"/>
                </a:cubicBezTo>
                <a:cubicBezTo>
                  <a:pt x="-147341" y="2710618"/>
                  <a:pt x="132101" y="1920392"/>
                  <a:pt x="545938" y="1258862"/>
                </a:cubicBezTo>
                <a:cubicBezTo>
                  <a:pt x="959775" y="597334"/>
                  <a:pt x="1508470" y="61520"/>
                  <a:pt x="2067058" y="5108"/>
                </a:cubicBezTo>
                <a:cubicBezTo>
                  <a:pt x="2102075" y="1575"/>
                  <a:pt x="2137137" y="-87"/>
                  <a:pt x="2172219" y="4"/>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GB" noProof="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bg2"/>
            </a:solid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5913EB00-D2E9-21B0-3E3E-92D27834CFA0}"/>
              </a:ext>
            </a:extLst>
          </p:cNvPr>
          <p:cNvSpPr/>
          <p:nvPr userDrawn="1"/>
        </p:nvSpPr>
        <p:spPr>
          <a:xfrm>
            <a:off x="6128485" y="5340478"/>
            <a:ext cx="6063515" cy="1517522"/>
          </a:xfrm>
          <a:custGeom>
            <a:avLst/>
            <a:gdLst>
              <a:gd name="connsiteX0" fmla="*/ 2791805 w 6063515"/>
              <a:gd name="connsiteY0" fmla="*/ 1179 h 1517522"/>
              <a:gd name="connsiteX1" fmla="*/ 5921767 w 6063515"/>
              <a:gd name="connsiteY1" fmla="*/ 743898 h 1517522"/>
              <a:gd name="connsiteX2" fmla="*/ 6063515 w 6063515"/>
              <a:gd name="connsiteY2" fmla="*/ 814265 h 1517522"/>
              <a:gd name="connsiteX3" fmla="*/ 6063515 w 6063515"/>
              <a:gd name="connsiteY3" fmla="*/ 1517522 h 1517522"/>
              <a:gd name="connsiteX4" fmla="*/ 0 w 6063515"/>
              <a:gd name="connsiteY4" fmla="*/ 1517522 h 1517522"/>
              <a:gd name="connsiteX5" fmla="*/ 186263 w 6063515"/>
              <a:gd name="connsiteY5" fmla="*/ 1335076 h 1517522"/>
              <a:gd name="connsiteX6" fmla="*/ 2063296 w 6063515"/>
              <a:gd name="connsiteY6" fmla="*/ 98044 h 1517522"/>
              <a:gd name="connsiteX7" fmla="*/ 2791805 w 6063515"/>
              <a:gd name="connsiteY7" fmla="*/ 1179 h 151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63515" h="1517522">
                <a:moveTo>
                  <a:pt x="2791805" y="1179"/>
                </a:moveTo>
                <a:cubicBezTo>
                  <a:pt x="3678329" y="-19512"/>
                  <a:pt x="4843583" y="232300"/>
                  <a:pt x="5921767" y="743898"/>
                </a:cubicBezTo>
                <a:lnTo>
                  <a:pt x="6063515" y="814265"/>
                </a:lnTo>
                <a:lnTo>
                  <a:pt x="6063515" y="1517522"/>
                </a:lnTo>
                <a:lnTo>
                  <a:pt x="0" y="1517522"/>
                </a:lnTo>
                <a:lnTo>
                  <a:pt x="186263" y="1335076"/>
                </a:lnTo>
                <a:cubicBezTo>
                  <a:pt x="702354" y="824474"/>
                  <a:pt x="1225941" y="331388"/>
                  <a:pt x="2063296" y="98044"/>
                </a:cubicBezTo>
                <a:cubicBezTo>
                  <a:pt x="2272640" y="39710"/>
                  <a:pt x="2519028" y="7545"/>
                  <a:pt x="2791805" y="117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4">
            <a:extLst>
              <a:ext uri="{FF2B5EF4-FFF2-40B4-BE49-F238E27FC236}">
                <a16:creationId xmlns:a16="http://schemas.microsoft.com/office/drawing/2014/main" id="{F0C03FA6-F573-5B32-84D9-EA5B6229F780}"/>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181660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Photo_background">
    <p:bg>
      <p:bgPr>
        <a:solidFill>
          <a:schemeClr val="accent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A582C0-2883-D1CC-2728-B629878CEF87}"/>
              </a:ext>
            </a:extLst>
          </p:cNvPr>
          <p:cNvSpPr/>
          <p:nvPr userDrawn="1"/>
        </p:nvSpPr>
        <p:spPr>
          <a:xfrm>
            <a:off x="0" y="0"/>
            <a:ext cx="12192000" cy="6858351"/>
          </a:xfrm>
          <a:prstGeom prst="rect">
            <a:avLst/>
          </a:prstGeom>
          <a:solidFill>
            <a:schemeClr val="accent1">
              <a:alpha val="70216"/>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
        <p:nvSpPr>
          <p:cNvPr id="15" name="Freeform 14">
            <a:extLst>
              <a:ext uri="{FF2B5EF4-FFF2-40B4-BE49-F238E27FC236}">
                <a16:creationId xmlns:a16="http://schemas.microsoft.com/office/drawing/2014/main" id="{C1FEEDD8-28AA-BE3E-02E2-170FFB40470C}"/>
              </a:ext>
            </a:extLst>
          </p:cNvPr>
          <p:cNvSpPr/>
          <p:nvPr userDrawn="1"/>
        </p:nvSpPr>
        <p:spPr>
          <a:xfrm>
            <a:off x="6296481" y="-351"/>
            <a:ext cx="5895520" cy="1951072"/>
          </a:xfrm>
          <a:custGeom>
            <a:avLst/>
            <a:gdLst>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58756 w 9855101"/>
              <a:gd name="connsiteY7" fmla="*/ 8327921 h 12126752"/>
              <a:gd name="connsiteX8" fmla="*/ 592520 w 9855101"/>
              <a:gd name="connsiteY8" fmla="*/ 5251217 h 12126752"/>
              <a:gd name="connsiteX9" fmla="*/ 1635363 w 9855101"/>
              <a:gd name="connsiteY9" fmla="*/ 1999091 h 12126752"/>
              <a:gd name="connsiteX10" fmla="*/ 4494042 w 9855101"/>
              <a:gd name="connsiteY10" fmla="*/ 81983 h 12126752"/>
              <a:gd name="connsiteX11" fmla="*/ 7570489 w 9855101"/>
              <a:gd name="connsiteY11"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7570489 w 9855101"/>
              <a:gd name="connsiteY0" fmla="*/ 1003774 h 12126752"/>
              <a:gd name="connsiteX1" fmla="*/ 8284143 w 9855101"/>
              <a:gd name="connsiteY1" fmla="*/ 4475255 h 12126752"/>
              <a:gd name="connsiteX2" fmla="*/ 9328763 w 9855101"/>
              <a:gd name="connsiteY2" fmla="*/ 6829838 h 12126752"/>
              <a:gd name="connsiteX3" fmla="*/ 9809249 w 9855101"/>
              <a:gd name="connsiteY3" fmla="*/ 9689785 h 12126752"/>
              <a:gd name="connsiteX4" fmla="*/ 8188160 w 9855101"/>
              <a:gd name="connsiteY4" fmla="*/ 12097161 h 12126752"/>
              <a:gd name="connsiteX5" fmla="*/ 5048943 w 9855101"/>
              <a:gd name="connsiteY5" fmla="*/ 11120830 h 12126752"/>
              <a:gd name="connsiteX6" fmla="*/ 2105409 w 9855101"/>
              <a:gd name="connsiteY6" fmla="*/ 10306958 h 12126752"/>
              <a:gd name="connsiteX7" fmla="*/ 1732972 w 9855101"/>
              <a:gd name="connsiteY7" fmla="*/ 10121772 h 12126752"/>
              <a:gd name="connsiteX8" fmla="*/ 58756 w 9855101"/>
              <a:gd name="connsiteY8" fmla="*/ 8327921 h 12126752"/>
              <a:gd name="connsiteX9" fmla="*/ 592520 w 9855101"/>
              <a:gd name="connsiteY9" fmla="*/ 5251217 h 12126752"/>
              <a:gd name="connsiteX10" fmla="*/ 1635363 w 9855101"/>
              <a:gd name="connsiteY10" fmla="*/ 1999091 h 12126752"/>
              <a:gd name="connsiteX11" fmla="*/ 4494042 w 9855101"/>
              <a:gd name="connsiteY11" fmla="*/ 81983 h 12126752"/>
              <a:gd name="connsiteX12" fmla="*/ 7570489 w 9855101"/>
              <a:gd name="connsiteY12" fmla="*/ 1003774 h 12126752"/>
              <a:gd name="connsiteX0" fmla="*/ 1732972 w 9855101"/>
              <a:gd name="connsiteY0" fmla="*/ 10121772 h 12126752"/>
              <a:gd name="connsiteX1" fmla="*/ 58756 w 9855101"/>
              <a:gd name="connsiteY1" fmla="*/ 8327921 h 12126752"/>
              <a:gd name="connsiteX2" fmla="*/ 592520 w 9855101"/>
              <a:gd name="connsiteY2" fmla="*/ 5251217 h 12126752"/>
              <a:gd name="connsiteX3" fmla="*/ 1635363 w 9855101"/>
              <a:gd name="connsiteY3" fmla="*/ 1999091 h 12126752"/>
              <a:gd name="connsiteX4" fmla="*/ 4494042 w 9855101"/>
              <a:gd name="connsiteY4" fmla="*/ 81983 h 12126752"/>
              <a:gd name="connsiteX5" fmla="*/ 7570489 w 9855101"/>
              <a:gd name="connsiteY5" fmla="*/ 1003774 h 12126752"/>
              <a:gd name="connsiteX6" fmla="*/ 8284143 w 9855101"/>
              <a:gd name="connsiteY6" fmla="*/ 4475255 h 12126752"/>
              <a:gd name="connsiteX7" fmla="*/ 9328763 w 9855101"/>
              <a:gd name="connsiteY7" fmla="*/ 6829838 h 12126752"/>
              <a:gd name="connsiteX8" fmla="*/ 9809249 w 9855101"/>
              <a:gd name="connsiteY8" fmla="*/ 9689785 h 12126752"/>
              <a:gd name="connsiteX9" fmla="*/ 8188160 w 9855101"/>
              <a:gd name="connsiteY9" fmla="*/ 12097161 h 12126752"/>
              <a:gd name="connsiteX10" fmla="*/ 5048943 w 9855101"/>
              <a:gd name="connsiteY10" fmla="*/ 11120830 h 12126752"/>
              <a:gd name="connsiteX11" fmla="*/ 2105409 w 9855101"/>
              <a:gd name="connsiteY11" fmla="*/ 10306958 h 12126752"/>
              <a:gd name="connsiteX12" fmla="*/ 1824412 w 9855101"/>
              <a:gd name="connsiteY12" fmla="*/ 10213212 h 12126752"/>
              <a:gd name="connsiteX0" fmla="*/ 962938 w 9806427"/>
              <a:gd name="connsiteY0" fmla="*/ 10203052 h 12126752"/>
              <a:gd name="connsiteX1" fmla="*/ 10082 w 9806427"/>
              <a:gd name="connsiteY1" fmla="*/ 8327921 h 12126752"/>
              <a:gd name="connsiteX2" fmla="*/ 543846 w 9806427"/>
              <a:gd name="connsiteY2" fmla="*/ 5251217 h 12126752"/>
              <a:gd name="connsiteX3" fmla="*/ 1586689 w 9806427"/>
              <a:gd name="connsiteY3" fmla="*/ 1999091 h 12126752"/>
              <a:gd name="connsiteX4" fmla="*/ 4445368 w 9806427"/>
              <a:gd name="connsiteY4" fmla="*/ 81983 h 12126752"/>
              <a:gd name="connsiteX5" fmla="*/ 7521815 w 9806427"/>
              <a:gd name="connsiteY5" fmla="*/ 1003774 h 12126752"/>
              <a:gd name="connsiteX6" fmla="*/ 8235469 w 9806427"/>
              <a:gd name="connsiteY6" fmla="*/ 4475255 h 12126752"/>
              <a:gd name="connsiteX7" fmla="*/ 9280089 w 9806427"/>
              <a:gd name="connsiteY7" fmla="*/ 6829838 h 12126752"/>
              <a:gd name="connsiteX8" fmla="*/ 9760575 w 9806427"/>
              <a:gd name="connsiteY8" fmla="*/ 9689785 h 12126752"/>
              <a:gd name="connsiteX9" fmla="*/ 8139486 w 9806427"/>
              <a:gd name="connsiteY9" fmla="*/ 12097161 h 12126752"/>
              <a:gd name="connsiteX10" fmla="*/ 5000269 w 9806427"/>
              <a:gd name="connsiteY10" fmla="*/ 11120830 h 12126752"/>
              <a:gd name="connsiteX11" fmla="*/ 2056735 w 9806427"/>
              <a:gd name="connsiteY11" fmla="*/ 10306958 h 12126752"/>
              <a:gd name="connsiteX12" fmla="*/ 1775738 w 9806427"/>
              <a:gd name="connsiteY12" fmla="*/ 10213212 h 1212675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962938 w 9806427"/>
              <a:gd name="connsiteY0" fmla="*/ 10203052 h 12319912"/>
              <a:gd name="connsiteX1" fmla="*/ 10082 w 9806427"/>
              <a:gd name="connsiteY1" fmla="*/ 8327921 h 12319912"/>
              <a:gd name="connsiteX2" fmla="*/ 543846 w 9806427"/>
              <a:gd name="connsiteY2" fmla="*/ 5251217 h 12319912"/>
              <a:gd name="connsiteX3" fmla="*/ 1586689 w 9806427"/>
              <a:gd name="connsiteY3" fmla="*/ 1999091 h 12319912"/>
              <a:gd name="connsiteX4" fmla="*/ 4445368 w 9806427"/>
              <a:gd name="connsiteY4" fmla="*/ 81983 h 12319912"/>
              <a:gd name="connsiteX5" fmla="*/ 7521815 w 9806427"/>
              <a:gd name="connsiteY5" fmla="*/ 1003774 h 12319912"/>
              <a:gd name="connsiteX6" fmla="*/ 8235469 w 9806427"/>
              <a:gd name="connsiteY6" fmla="*/ 4475255 h 12319912"/>
              <a:gd name="connsiteX7" fmla="*/ 9280089 w 9806427"/>
              <a:gd name="connsiteY7" fmla="*/ 6829838 h 12319912"/>
              <a:gd name="connsiteX8" fmla="*/ 9760575 w 9806427"/>
              <a:gd name="connsiteY8" fmla="*/ 9689785 h 12319912"/>
              <a:gd name="connsiteX9" fmla="*/ 8139486 w 9806427"/>
              <a:gd name="connsiteY9" fmla="*/ 12097161 h 12319912"/>
              <a:gd name="connsiteX10" fmla="*/ 7566938 w 9806427"/>
              <a:gd name="connsiteY10" fmla="*/ 12102972 h 12319912"/>
              <a:gd name="connsiteX11" fmla="*/ 5000269 w 9806427"/>
              <a:gd name="connsiteY11" fmla="*/ 11120830 h 12319912"/>
              <a:gd name="connsiteX12" fmla="*/ 2056735 w 9806427"/>
              <a:gd name="connsiteY12" fmla="*/ 10306958 h 12319912"/>
              <a:gd name="connsiteX13" fmla="*/ 1775738 w 9806427"/>
              <a:gd name="connsiteY13" fmla="*/ 10213212 h 12319912"/>
              <a:gd name="connsiteX0" fmla="*/ 10082 w 9806427"/>
              <a:gd name="connsiteY0" fmla="*/ 8327921 h 12319912"/>
              <a:gd name="connsiteX1" fmla="*/ 543846 w 9806427"/>
              <a:gd name="connsiteY1" fmla="*/ 5251217 h 12319912"/>
              <a:gd name="connsiteX2" fmla="*/ 1586689 w 9806427"/>
              <a:gd name="connsiteY2" fmla="*/ 1999091 h 12319912"/>
              <a:gd name="connsiteX3" fmla="*/ 4445368 w 9806427"/>
              <a:gd name="connsiteY3" fmla="*/ 81983 h 12319912"/>
              <a:gd name="connsiteX4" fmla="*/ 7521815 w 9806427"/>
              <a:gd name="connsiteY4" fmla="*/ 1003774 h 12319912"/>
              <a:gd name="connsiteX5" fmla="*/ 8235469 w 9806427"/>
              <a:gd name="connsiteY5" fmla="*/ 4475255 h 12319912"/>
              <a:gd name="connsiteX6" fmla="*/ 9280089 w 9806427"/>
              <a:gd name="connsiteY6" fmla="*/ 6829838 h 12319912"/>
              <a:gd name="connsiteX7" fmla="*/ 9760575 w 9806427"/>
              <a:gd name="connsiteY7" fmla="*/ 9689785 h 12319912"/>
              <a:gd name="connsiteX8" fmla="*/ 8139486 w 9806427"/>
              <a:gd name="connsiteY8" fmla="*/ 12097161 h 12319912"/>
              <a:gd name="connsiteX9" fmla="*/ 7566938 w 9806427"/>
              <a:gd name="connsiteY9" fmla="*/ 12102972 h 12319912"/>
              <a:gd name="connsiteX10" fmla="*/ 5000269 w 9806427"/>
              <a:gd name="connsiteY10" fmla="*/ 11120830 h 12319912"/>
              <a:gd name="connsiteX11" fmla="*/ 2056735 w 9806427"/>
              <a:gd name="connsiteY11" fmla="*/ 10306958 h 12319912"/>
              <a:gd name="connsiteX12" fmla="*/ 1775738 w 9806427"/>
              <a:gd name="connsiteY12" fmla="*/ 10213212 h 12319912"/>
              <a:gd name="connsiteX0" fmla="*/ 0 w 9262581"/>
              <a:gd name="connsiteY0" fmla="*/ 5251217 h 12319912"/>
              <a:gd name="connsiteX1" fmla="*/ 1042843 w 9262581"/>
              <a:gd name="connsiteY1" fmla="*/ 1999091 h 12319912"/>
              <a:gd name="connsiteX2" fmla="*/ 3901522 w 9262581"/>
              <a:gd name="connsiteY2" fmla="*/ 81983 h 12319912"/>
              <a:gd name="connsiteX3" fmla="*/ 6977969 w 9262581"/>
              <a:gd name="connsiteY3" fmla="*/ 1003774 h 12319912"/>
              <a:gd name="connsiteX4" fmla="*/ 7691623 w 9262581"/>
              <a:gd name="connsiteY4" fmla="*/ 4475255 h 12319912"/>
              <a:gd name="connsiteX5" fmla="*/ 8736243 w 9262581"/>
              <a:gd name="connsiteY5" fmla="*/ 6829838 h 12319912"/>
              <a:gd name="connsiteX6" fmla="*/ 9216729 w 9262581"/>
              <a:gd name="connsiteY6" fmla="*/ 9689785 h 12319912"/>
              <a:gd name="connsiteX7" fmla="*/ 7595640 w 9262581"/>
              <a:gd name="connsiteY7" fmla="*/ 12097161 h 12319912"/>
              <a:gd name="connsiteX8" fmla="*/ 7023092 w 9262581"/>
              <a:gd name="connsiteY8" fmla="*/ 12102972 h 12319912"/>
              <a:gd name="connsiteX9" fmla="*/ 4456423 w 9262581"/>
              <a:gd name="connsiteY9" fmla="*/ 11120830 h 12319912"/>
              <a:gd name="connsiteX10" fmla="*/ 1512889 w 9262581"/>
              <a:gd name="connsiteY10" fmla="*/ 10306958 h 12319912"/>
              <a:gd name="connsiteX11" fmla="*/ 1231892 w 9262581"/>
              <a:gd name="connsiteY11" fmla="*/ 10213212 h 12319912"/>
              <a:gd name="connsiteX0" fmla="*/ 0 w 8219738"/>
              <a:gd name="connsiteY0" fmla="*/ 1999091 h 12319912"/>
              <a:gd name="connsiteX1" fmla="*/ 2858679 w 8219738"/>
              <a:gd name="connsiteY1" fmla="*/ 81983 h 12319912"/>
              <a:gd name="connsiteX2" fmla="*/ 5935126 w 8219738"/>
              <a:gd name="connsiteY2" fmla="*/ 1003774 h 12319912"/>
              <a:gd name="connsiteX3" fmla="*/ 6648780 w 8219738"/>
              <a:gd name="connsiteY3" fmla="*/ 4475255 h 12319912"/>
              <a:gd name="connsiteX4" fmla="*/ 7693400 w 8219738"/>
              <a:gd name="connsiteY4" fmla="*/ 6829838 h 12319912"/>
              <a:gd name="connsiteX5" fmla="*/ 8173886 w 8219738"/>
              <a:gd name="connsiteY5" fmla="*/ 9689785 h 12319912"/>
              <a:gd name="connsiteX6" fmla="*/ 6552797 w 8219738"/>
              <a:gd name="connsiteY6" fmla="*/ 12097161 h 12319912"/>
              <a:gd name="connsiteX7" fmla="*/ 5980249 w 8219738"/>
              <a:gd name="connsiteY7" fmla="*/ 12102972 h 12319912"/>
              <a:gd name="connsiteX8" fmla="*/ 3413580 w 8219738"/>
              <a:gd name="connsiteY8" fmla="*/ 11120830 h 12319912"/>
              <a:gd name="connsiteX9" fmla="*/ 470046 w 8219738"/>
              <a:gd name="connsiteY9" fmla="*/ 10306958 h 12319912"/>
              <a:gd name="connsiteX10" fmla="*/ 189049 w 8219738"/>
              <a:gd name="connsiteY10" fmla="*/ 10213212 h 12319912"/>
              <a:gd name="connsiteX0" fmla="*/ 2773950 w 8135009"/>
              <a:gd name="connsiteY0" fmla="*/ 81983 h 12319912"/>
              <a:gd name="connsiteX1" fmla="*/ 5850397 w 8135009"/>
              <a:gd name="connsiteY1" fmla="*/ 1003774 h 12319912"/>
              <a:gd name="connsiteX2" fmla="*/ 6564051 w 8135009"/>
              <a:gd name="connsiteY2" fmla="*/ 4475255 h 12319912"/>
              <a:gd name="connsiteX3" fmla="*/ 7608671 w 8135009"/>
              <a:gd name="connsiteY3" fmla="*/ 6829838 h 12319912"/>
              <a:gd name="connsiteX4" fmla="*/ 8089157 w 8135009"/>
              <a:gd name="connsiteY4" fmla="*/ 9689785 h 12319912"/>
              <a:gd name="connsiteX5" fmla="*/ 6468068 w 8135009"/>
              <a:gd name="connsiteY5" fmla="*/ 12097161 h 12319912"/>
              <a:gd name="connsiteX6" fmla="*/ 5895520 w 8135009"/>
              <a:gd name="connsiteY6" fmla="*/ 12102972 h 12319912"/>
              <a:gd name="connsiteX7" fmla="*/ 3328851 w 8135009"/>
              <a:gd name="connsiteY7" fmla="*/ 11120830 h 12319912"/>
              <a:gd name="connsiteX8" fmla="*/ 385317 w 8135009"/>
              <a:gd name="connsiteY8" fmla="*/ 10306958 h 12319912"/>
              <a:gd name="connsiteX9" fmla="*/ 104320 w 8135009"/>
              <a:gd name="connsiteY9" fmla="*/ 10213212 h 12319912"/>
              <a:gd name="connsiteX0" fmla="*/ 2773950 w 8135323"/>
              <a:gd name="connsiteY0" fmla="*/ 81983 h 12319912"/>
              <a:gd name="connsiteX1" fmla="*/ 5850397 w 8135323"/>
              <a:gd name="connsiteY1" fmla="*/ 1003774 h 12319912"/>
              <a:gd name="connsiteX2" fmla="*/ 7608671 w 8135323"/>
              <a:gd name="connsiteY2" fmla="*/ 6829838 h 12319912"/>
              <a:gd name="connsiteX3" fmla="*/ 8089157 w 8135323"/>
              <a:gd name="connsiteY3" fmla="*/ 9689785 h 12319912"/>
              <a:gd name="connsiteX4" fmla="*/ 6468068 w 8135323"/>
              <a:gd name="connsiteY4" fmla="*/ 12097161 h 12319912"/>
              <a:gd name="connsiteX5" fmla="*/ 5895520 w 8135323"/>
              <a:gd name="connsiteY5" fmla="*/ 12102972 h 12319912"/>
              <a:gd name="connsiteX6" fmla="*/ 3328851 w 8135323"/>
              <a:gd name="connsiteY6" fmla="*/ 11120830 h 12319912"/>
              <a:gd name="connsiteX7" fmla="*/ 385317 w 8135323"/>
              <a:gd name="connsiteY7" fmla="*/ 10306958 h 12319912"/>
              <a:gd name="connsiteX8" fmla="*/ 104320 w 8135323"/>
              <a:gd name="connsiteY8" fmla="*/ 10213212 h 12319912"/>
              <a:gd name="connsiteX0" fmla="*/ 2773950 w 8089157"/>
              <a:gd name="connsiteY0" fmla="*/ 81983 h 12319912"/>
              <a:gd name="connsiteX1" fmla="*/ 5850397 w 8089157"/>
              <a:gd name="connsiteY1" fmla="*/ 1003774 h 12319912"/>
              <a:gd name="connsiteX2" fmla="*/ 8089157 w 8089157"/>
              <a:gd name="connsiteY2" fmla="*/ 9689785 h 12319912"/>
              <a:gd name="connsiteX3" fmla="*/ 6468068 w 8089157"/>
              <a:gd name="connsiteY3" fmla="*/ 12097161 h 12319912"/>
              <a:gd name="connsiteX4" fmla="*/ 5895520 w 8089157"/>
              <a:gd name="connsiteY4" fmla="*/ 12102972 h 12319912"/>
              <a:gd name="connsiteX5" fmla="*/ 3328851 w 8089157"/>
              <a:gd name="connsiteY5" fmla="*/ 11120830 h 12319912"/>
              <a:gd name="connsiteX6" fmla="*/ 385317 w 8089157"/>
              <a:gd name="connsiteY6" fmla="*/ 10306958 h 12319912"/>
              <a:gd name="connsiteX7" fmla="*/ 104320 w 8089157"/>
              <a:gd name="connsiteY7" fmla="*/ 10213212 h 12319912"/>
              <a:gd name="connsiteX0" fmla="*/ 5850397 w 8089157"/>
              <a:gd name="connsiteY0" fmla="*/ 0 h 11316138"/>
              <a:gd name="connsiteX1" fmla="*/ 8089157 w 8089157"/>
              <a:gd name="connsiteY1" fmla="*/ 8686011 h 11316138"/>
              <a:gd name="connsiteX2" fmla="*/ 6468068 w 8089157"/>
              <a:gd name="connsiteY2" fmla="*/ 11093387 h 11316138"/>
              <a:gd name="connsiteX3" fmla="*/ 5895520 w 8089157"/>
              <a:gd name="connsiteY3" fmla="*/ 11099198 h 11316138"/>
              <a:gd name="connsiteX4" fmla="*/ 3328851 w 8089157"/>
              <a:gd name="connsiteY4" fmla="*/ 10117056 h 11316138"/>
              <a:gd name="connsiteX5" fmla="*/ 385317 w 8089157"/>
              <a:gd name="connsiteY5" fmla="*/ 9303184 h 11316138"/>
              <a:gd name="connsiteX6" fmla="*/ 104320 w 8089157"/>
              <a:gd name="connsiteY6" fmla="*/ 9209438 h 11316138"/>
              <a:gd name="connsiteX0" fmla="*/ 8089157 w 8089157"/>
              <a:gd name="connsiteY0" fmla="*/ 0 h 2630127"/>
              <a:gd name="connsiteX1" fmla="*/ 6468068 w 8089157"/>
              <a:gd name="connsiteY1" fmla="*/ 2407376 h 2630127"/>
              <a:gd name="connsiteX2" fmla="*/ 5895520 w 8089157"/>
              <a:gd name="connsiteY2" fmla="*/ 2413187 h 2630127"/>
              <a:gd name="connsiteX3" fmla="*/ 3328851 w 8089157"/>
              <a:gd name="connsiteY3" fmla="*/ 1431045 h 2630127"/>
              <a:gd name="connsiteX4" fmla="*/ 385317 w 8089157"/>
              <a:gd name="connsiteY4" fmla="*/ 617173 h 2630127"/>
              <a:gd name="connsiteX5" fmla="*/ 104320 w 8089157"/>
              <a:gd name="connsiteY5" fmla="*/ 523427 h 2630127"/>
              <a:gd name="connsiteX0" fmla="*/ 6468068 w 6468068"/>
              <a:gd name="connsiteY0" fmla="*/ 1945261 h 2168012"/>
              <a:gd name="connsiteX1" fmla="*/ 5895520 w 6468068"/>
              <a:gd name="connsiteY1" fmla="*/ 1951072 h 2168012"/>
              <a:gd name="connsiteX2" fmla="*/ 3328851 w 6468068"/>
              <a:gd name="connsiteY2" fmla="*/ 968930 h 2168012"/>
              <a:gd name="connsiteX3" fmla="*/ 385317 w 6468068"/>
              <a:gd name="connsiteY3" fmla="*/ 155058 h 2168012"/>
              <a:gd name="connsiteX4" fmla="*/ 104320 w 6468068"/>
              <a:gd name="connsiteY4" fmla="*/ 61312 h 2168012"/>
              <a:gd name="connsiteX0" fmla="*/ 5895520 w 5895520"/>
              <a:gd name="connsiteY0" fmla="*/ 1951072 h 1951072"/>
              <a:gd name="connsiteX1" fmla="*/ 3328851 w 5895520"/>
              <a:gd name="connsiteY1" fmla="*/ 968930 h 1951072"/>
              <a:gd name="connsiteX2" fmla="*/ 385317 w 5895520"/>
              <a:gd name="connsiteY2" fmla="*/ 155058 h 1951072"/>
              <a:gd name="connsiteX3" fmla="*/ 104320 w 5895520"/>
              <a:gd name="connsiteY3" fmla="*/ 61312 h 1951072"/>
            </a:gdLst>
            <a:ahLst/>
            <a:cxnLst>
              <a:cxn ang="0">
                <a:pos x="connsiteX0" y="connsiteY0"/>
              </a:cxn>
              <a:cxn ang="0">
                <a:pos x="connsiteX1" y="connsiteY1"/>
              </a:cxn>
              <a:cxn ang="0">
                <a:pos x="connsiteX2" y="connsiteY2"/>
              </a:cxn>
              <a:cxn ang="0">
                <a:pos x="connsiteX3" y="connsiteY3"/>
              </a:cxn>
            </a:cxnLst>
            <a:rect l="l" t="t" r="r" b="b"/>
            <a:pathLst>
              <a:path w="5895520" h="1951072">
                <a:moveTo>
                  <a:pt x="5895520" y="1951072"/>
                </a:moveTo>
                <a:cubicBezTo>
                  <a:pt x="5138637" y="1828990"/>
                  <a:pt x="4247218" y="1268266"/>
                  <a:pt x="3328851" y="968930"/>
                </a:cubicBezTo>
                <a:cubicBezTo>
                  <a:pt x="2260922" y="568539"/>
                  <a:pt x="1310983" y="530558"/>
                  <a:pt x="385317" y="155058"/>
                </a:cubicBezTo>
                <a:cubicBezTo>
                  <a:pt x="-167345" y="-11452"/>
                  <a:pt x="8549" y="-45729"/>
                  <a:pt x="104320" y="61312"/>
                </a:cubicBezTo>
              </a:path>
            </a:pathLst>
          </a:custGeom>
          <a:noFill/>
          <a:ln w="19110" cap="flat">
            <a:solidFill>
              <a:schemeClr val="accent4"/>
            </a:solid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8E1DB3D8-9AE0-A93F-1CB2-11A243F896F9}"/>
              </a:ext>
            </a:extLst>
          </p:cNvPr>
          <p:cNvSpPr/>
          <p:nvPr userDrawn="1"/>
        </p:nvSpPr>
        <p:spPr>
          <a:xfrm>
            <a:off x="8539686" y="0"/>
            <a:ext cx="3652315" cy="1538876"/>
          </a:xfrm>
          <a:custGeom>
            <a:avLst/>
            <a:gdLst>
              <a:gd name="connsiteX0" fmla="*/ 0 w 3652315"/>
              <a:gd name="connsiteY0" fmla="*/ 0 h 1538876"/>
              <a:gd name="connsiteX1" fmla="*/ 3652315 w 3652315"/>
              <a:gd name="connsiteY1" fmla="*/ 0 h 1538876"/>
              <a:gd name="connsiteX2" fmla="*/ 3652315 w 3652315"/>
              <a:gd name="connsiteY2" fmla="*/ 1537398 h 1538876"/>
              <a:gd name="connsiteX3" fmla="*/ 3596909 w 3652315"/>
              <a:gd name="connsiteY3" fmla="*/ 1538876 h 1538876"/>
              <a:gd name="connsiteX4" fmla="*/ 2266115 w 3652315"/>
              <a:gd name="connsiteY4" fmla="*/ 1064401 h 1538876"/>
              <a:gd name="connsiteX5" fmla="*/ 864418 w 3652315"/>
              <a:gd name="connsiteY5" fmla="*/ 681134 h 1538876"/>
              <a:gd name="connsiteX6" fmla="*/ 23705 w 3652315"/>
              <a:gd name="connsiteY6" fmla="*/ 42529 h 153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52315" h="1538876">
                <a:moveTo>
                  <a:pt x="0" y="0"/>
                </a:moveTo>
                <a:lnTo>
                  <a:pt x="3652315" y="0"/>
                </a:lnTo>
                <a:lnTo>
                  <a:pt x="3652315" y="1537398"/>
                </a:lnTo>
                <a:lnTo>
                  <a:pt x="3596909" y="1538876"/>
                </a:lnTo>
                <a:cubicBezTo>
                  <a:pt x="3199795" y="1528044"/>
                  <a:pt x="2711216" y="1229830"/>
                  <a:pt x="2266115" y="1064401"/>
                </a:cubicBezTo>
                <a:cubicBezTo>
                  <a:pt x="1757427" y="875333"/>
                  <a:pt x="1305335" y="858549"/>
                  <a:pt x="864418" y="681134"/>
                </a:cubicBezTo>
                <a:cubicBezTo>
                  <a:pt x="534562" y="547937"/>
                  <a:pt x="210299" y="324487"/>
                  <a:pt x="23705" y="42529"/>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9EBD63F1-7387-8016-1A7E-B60E66B407E2}"/>
              </a:ext>
            </a:extLst>
          </p:cNvPr>
          <p:cNvSpPr>
            <a:spLocks noGrp="1"/>
          </p:cNvSpPr>
          <p:nvPr>
            <p:ph type="title" hasCustomPrompt="1"/>
          </p:nvPr>
        </p:nvSpPr>
        <p:spPr>
          <a:xfrm>
            <a:off x="555600" y="1811656"/>
            <a:ext cx="11085538" cy="798091"/>
          </a:xfrm>
        </p:spPr>
        <p:txBody>
          <a:bodyPr/>
          <a:lstStyle>
            <a:lvl1pPr>
              <a:defRPr>
                <a:solidFill>
                  <a:schemeClr val="accent4"/>
                </a:solidFill>
              </a:defRPr>
            </a:lvl1pPr>
          </a:lstStyle>
          <a:p>
            <a:r>
              <a:rPr lang="en-GB" dirty="0"/>
              <a:t>Title of contents</a:t>
            </a:r>
            <a:endParaRPr lang="en-PL" dirty="0"/>
          </a:p>
        </p:txBody>
      </p:sp>
      <p:sp>
        <p:nvSpPr>
          <p:cNvPr id="6" name="Text Placeholder 6">
            <a:extLst>
              <a:ext uri="{FF2B5EF4-FFF2-40B4-BE49-F238E27FC236}">
                <a16:creationId xmlns:a16="http://schemas.microsoft.com/office/drawing/2014/main" id="{06DC2B1A-1B13-5F1D-A951-E71FF2869ABE}"/>
              </a:ext>
            </a:extLst>
          </p:cNvPr>
          <p:cNvSpPr>
            <a:spLocks noGrp="1"/>
          </p:cNvSpPr>
          <p:nvPr>
            <p:ph idx="1"/>
          </p:nvPr>
        </p:nvSpPr>
        <p:spPr>
          <a:xfrm>
            <a:off x="550863" y="2823101"/>
            <a:ext cx="11085538" cy="268951"/>
          </a:xfrm>
          <a:prstGeom prst="rect">
            <a:avLst/>
          </a:prstGeom>
        </p:spPr>
        <p:txBody>
          <a:bodyPr vert="horz" lIns="0" tIns="0" rIns="0" bIns="0" rtlCol="0">
            <a:normAutofit/>
          </a:bodyPr>
          <a:lstStyle>
            <a:lvl1pPr marL="0" indent="0">
              <a:buNone/>
              <a:defRPr sz="1600">
                <a:solidFill>
                  <a:schemeClr val="accent4"/>
                </a:solidFill>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2050367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contact_ligh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
        <p:nvSpPr>
          <p:cNvPr id="45" name="Title 1">
            <a:extLst>
              <a:ext uri="{FF2B5EF4-FFF2-40B4-BE49-F238E27FC236}">
                <a16:creationId xmlns:a16="http://schemas.microsoft.com/office/drawing/2014/main" id="{2E535BBA-2598-39AE-4E7D-44C2A1A397F3}"/>
              </a:ext>
            </a:extLst>
          </p:cNvPr>
          <p:cNvSpPr>
            <a:spLocks noGrp="1"/>
          </p:cNvSpPr>
          <p:nvPr>
            <p:ph type="title" hasCustomPrompt="1"/>
          </p:nvPr>
        </p:nvSpPr>
        <p:spPr>
          <a:xfrm>
            <a:off x="554038" y="549476"/>
            <a:ext cx="4546709" cy="637427"/>
          </a:xfrm>
        </p:spPr>
        <p:txBody>
          <a:bodyPr/>
          <a:lstStyle>
            <a:lvl1pPr>
              <a:defRPr>
                <a:solidFill>
                  <a:schemeClr val="tx2"/>
                </a:solidFill>
              </a:defRPr>
            </a:lvl1pPr>
          </a:lstStyle>
          <a:p>
            <a:r>
              <a:rPr lang="en-GB" dirty="0"/>
              <a:t>Title of contents</a:t>
            </a:r>
          </a:p>
        </p:txBody>
      </p:sp>
      <p:sp>
        <p:nvSpPr>
          <p:cNvPr id="46" name="Text Placeholder 6">
            <a:extLst>
              <a:ext uri="{FF2B5EF4-FFF2-40B4-BE49-F238E27FC236}">
                <a16:creationId xmlns:a16="http://schemas.microsoft.com/office/drawing/2014/main" id="{AB880D4A-6A89-A7D6-31B7-F532E7C6AE05}"/>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47" name="Text Placeholder 10">
            <a:extLst>
              <a:ext uri="{FF2B5EF4-FFF2-40B4-BE49-F238E27FC236}">
                <a16:creationId xmlns:a16="http://schemas.microsoft.com/office/drawing/2014/main" id="{0A006DDE-B64B-8B19-DFF3-E607D57AB875}"/>
              </a:ext>
            </a:extLst>
          </p:cNvPr>
          <p:cNvSpPr>
            <a:spLocks noGrp="1"/>
          </p:cNvSpPr>
          <p:nvPr>
            <p:ph type="body" sz="quarter" idx="11"/>
          </p:nvPr>
        </p:nvSpPr>
        <p:spPr>
          <a:xfrm>
            <a:off x="2069437" y="3059440"/>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48" name="Picture Placeholder 16">
            <a:extLst>
              <a:ext uri="{FF2B5EF4-FFF2-40B4-BE49-F238E27FC236}">
                <a16:creationId xmlns:a16="http://schemas.microsoft.com/office/drawing/2014/main" id="{73C3C1F6-F992-417D-143B-7E77D670A9F0}"/>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9" name="Text Placeholder 13">
            <a:extLst>
              <a:ext uri="{FF2B5EF4-FFF2-40B4-BE49-F238E27FC236}">
                <a16:creationId xmlns:a16="http://schemas.microsoft.com/office/drawing/2014/main" id="{D76AAECC-C78F-4EAB-C71D-EAF920E50017}"/>
              </a:ext>
            </a:extLst>
          </p:cNvPr>
          <p:cNvSpPr>
            <a:spLocks noGrp="1"/>
          </p:cNvSpPr>
          <p:nvPr>
            <p:ph type="body" sz="quarter" idx="16"/>
          </p:nvPr>
        </p:nvSpPr>
        <p:spPr>
          <a:xfrm>
            <a:off x="554038" y="1340835"/>
            <a:ext cx="4546709" cy="1030288"/>
          </a:xfrm>
        </p:spPr>
        <p:txBody>
          <a:bodyPr/>
          <a:lstStyle>
            <a:lvl1pPr>
              <a:defRPr>
                <a:solidFill>
                  <a:schemeClr val="tx1"/>
                </a:solidFill>
              </a:defRPr>
            </a:lvl1pPr>
          </a:lstStyle>
          <a:p>
            <a:pPr lvl="0"/>
            <a:r>
              <a:rPr lang="en-US"/>
              <a:t>Click to edit Master text styles</a:t>
            </a:r>
          </a:p>
        </p:txBody>
      </p:sp>
      <p:sp>
        <p:nvSpPr>
          <p:cNvPr id="50" name="Text Placeholder 6">
            <a:extLst>
              <a:ext uri="{FF2B5EF4-FFF2-40B4-BE49-F238E27FC236}">
                <a16:creationId xmlns:a16="http://schemas.microsoft.com/office/drawing/2014/main" id="{C4F833B2-80F2-8B5E-74E6-4DE0B2BE1688}"/>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tx2"/>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1" name="Text Placeholder 10">
            <a:extLst>
              <a:ext uri="{FF2B5EF4-FFF2-40B4-BE49-F238E27FC236}">
                <a16:creationId xmlns:a16="http://schemas.microsoft.com/office/drawing/2014/main" id="{385C593F-0148-B961-F8EA-3B4EAE6883F3}"/>
              </a:ext>
            </a:extLst>
          </p:cNvPr>
          <p:cNvSpPr>
            <a:spLocks noGrp="1"/>
          </p:cNvSpPr>
          <p:nvPr>
            <p:ph type="body" sz="quarter" idx="18"/>
          </p:nvPr>
        </p:nvSpPr>
        <p:spPr>
          <a:xfrm>
            <a:off x="2069436" y="4574658"/>
            <a:ext cx="3028137" cy="617795"/>
          </a:xfrm>
        </p:spPr>
        <p:txBody>
          <a:bodyPr>
            <a:normAutofit/>
          </a:bodyPr>
          <a:lstStyle>
            <a:lvl1pPr algn="l">
              <a:defRPr sz="1200">
                <a:solidFill>
                  <a:schemeClr val="tx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52" name="Picture Placeholder 16">
            <a:extLst>
              <a:ext uri="{FF2B5EF4-FFF2-40B4-BE49-F238E27FC236}">
                <a16:creationId xmlns:a16="http://schemas.microsoft.com/office/drawing/2014/main" id="{2AAE7C54-897F-3CD6-EBFA-79FA853D2845}"/>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Tree>
    <p:extLst>
      <p:ext uri="{BB962C8B-B14F-4D97-AF65-F5344CB8AC3E}">
        <p14:creationId xmlns:p14="http://schemas.microsoft.com/office/powerpoint/2010/main" val="2536079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ople-contact_dark">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AEEF-C972-07E1-F031-12D8A00256B2}"/>
              </a:ext>
            </a:extLst>
          </p:cNvPr>
          <p:cNvSpPr>
            <a:spLocks noGrp="1"/>
          </p:cNvSpPr>
          <p:nvPr>
            <p:ph type="title" hasCustomPrompt="1"/>
          </p:nvPr>
        </p:nvSpPr>
        <p:spPr>
          <a:xfrm>
            <a:off x="554038" y="549476"/>
            <a:ext cx="4546709" cy="637427"/>
          </a:xfrm>
        </p:spPr>
        <p:txBody>
          <a:bodyPr/>
          <a:lstStyle>
            <a:lvl1pPr>
              <a:defRPr>
                <a:solidFill>
                  <a:schemeClr val="bg1"/>
                </a:solidFill>
              </a:defRPr>
            </a:lvl1pPr>
          </a:lstStyle>
          <a:p>
            <a:r>
              <a:rPr lang="en-GB" dirty="0"/>
              <a:t>Title of contents</a:t>
            </a:r>
          </a:p>
        </p:txBody>
      </p:sp>
      <p:sp>
        <p:nvSpPr>
          <p:cNvPr id="3" name="Slide Number Placeholder 2">
            <a:extLst>
              <a:ext uri="{FF2B5EF4-FFF2-40B4-BE49-F238E27FC236}">
                <a16:creationId xmlns:a16="http://schemas.microsoft.com/office/drawing/2014/main" id="{43946270-C3AA-4994-9449-4F2D9BB8B541}"/>
              </a:ext>
            </a:extLst>
          </p:cNvPr>
          <p:cNvSpPr>
            <a:spLocks noGrp="1"/>
          </p:cNvSpPr>
          <p:nvPr>
            <p:ph type="sldNum" sz="quarter" idx="10"/>
          </p:nvPr>
        </p:nvSpPr>
        <p:spPr/>
        <p:txBody>
          <a:bodyPr/>
          <a:lstStyle/>
          <a:p>
            <a:fld id="{B55D9570-D3FC-6D43-AC32-D988B1849109}" type="slidenum">
              <a:rPr lang="en-PL" smtClean="0"/>
              <a:pPr/>
              <a:t>‹#›</a:t>
            </a:fld>
            <a:endParaRPr lang="en-PL" dirty="0"/>
          </a:p>
        </p:txBody>
      </p:sp>
      <p:sp>
        <p:nvSpPr>
          <p:cNvPr id="4" name="Text Placeholder 6">
            <a:extLst>
              <a:ext uri="{FF2B5EF4-FFF2-40B4-BE49-F238E27FC236}">
                <a16:creationId xmlns:a16="http://schemas.microsoft.com/office/drawing/2014/main" id="{12FF3968-7AE7-99D2-FA96-EEF9B47DDC9A}"/>
              </a:ext>
            </a:extLst>
          </p:cNvPr>
          <p:cNvSpPr>
            <a:spLocks noGrp="1"/>
          </p:cNvSpPr>
          <p:nvPr>
            <p:ph idx="1" hasCustomPrompt="1"/>
          </p:nvPr>
        </p:nvSpPr>
        <p:spPr>
          <a:xfrm>
            <a:off x="2069437" y="2714758"/>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5" name="Text Placeholder 10">
            <a:extLst>
              <a:ext uri="{FF2B5EF4-FFF2-40B4-BE49-F238E27FC236}">
                <a16:creationId xmlns:a16="http://schemas.microsoft.com/office/drawing/2014/main" id="{F5DC0C73-3BEF-3DE0-F265-C0E2374CFAE8}"/>
              </a:ext>
            </a:extLst>
          </p:cNvPr>
          <p:cNvSpPr>
            <a:spLocks noGrp="1"/>
          </p:cNvSpPr>
          <p:nvPr>
            <p:ph type="body" sz="quarter" idx="11"/>
          </p:nvPr>
        </p:nvSpPr>
        <p:spPr>
          <a:xfrm>
            <a:off x="2069437" y="3059440"/>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6" name="Picture Placeholder 16">
            <a:extLst>
              <a:ext uri="{FF2B5EF4-FFF2-40B4-BE49-F238E27FC236}">
                <a16:creationId xmlns:a16="http://schemas.microsoft.com/office/drawing/2014/main" id="{300CF974-0906-8F0C-2D3F-ADA25BB8DCCF}"/>
              </a:ext>
            </a:extLst>
          </p:cNvPr>
          <p:cNvSpPr>
            <a:spLocks noGrp="1"/>
          </p:cNvSpPr>
          <p:nvPr>
            <p:ph type="pic" sz="quarter" idx="12"/>
          </p:nvPr>
        </p:nvSpPr>
        <p:spPr>
          <a:xfrm>
            <a:off x="550863" y="2488602"/>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14" name="Text Placeholder 13">
            <a:extLst>
              <a:ext uri="{FF2B5EF4-FFF2-40B4-BE49-F238E27FC236}">
                <a16:creationId xmlns:a16="http://schemas.microsoft.com/office/drawing/2014/main" id="{6654C358-1D39-8F4B-5097-87722769D5C0}"/>
              </a:ext>
            </a:extLst>
          </p:cNvPr>
          <p:cNvSpPr>
            <a:spLocks noGrp="1"/>
          </p:cNvSpPr>
          <p:nvPr>
            <p:ph type="body" sz="quarter" idx="16"/>
          </p:nvPr>
        </p:nvSpPr>
        <p:spPr>
          <a:xfrm>
            <a:off x="554038" y="1340835"/>
            <a:ext cx="4546709" cy="1030288"/>
          </a:xfrm>
        </p:spPr>
        <p:txBody>
          <a:bodyPr/>
          <a:lstStyle>
            <a:lvl1pPr>
              <a:defRPr>
                <a:solidFill>
                  <a:schemeClr val="bg1"/>
                </a:solidFill>
              </a:defRPr>
            </a:lvl1pPr>
          </a:lstStyle>
          <a:p>
            <a:pPr lvl="0"/>
            <a:r>
              <a:rPr lang="en-US"/>
              <a:t>Click to edit Master text styles</a:t>
            </a:r>
          </a:p>
        </p:txBody>
      </p:sp>
      <p:sp>
        <p:nvSpPr>
          <p:cNvPr id="32" name="Freeform 31">
            <a:extLst>
              <a:ext uri="{FF2B5EF4-FFF2-40B4-BE49-F238E27FC236}">
                <a16:creationId xmlns:a16="http://schemas.microsoft.com/office/drawing/2014/main" id="{04A8B277-D638-318B-92A8-028D67937AC2}"/>
              </a:ext>
            </a:extLst>
          </p:cNvPr>
          <p:cNvSpPr/>
          <p:nvPr userDrawn="1"/>
        </p:nvSpPr>
        <p:spPr>
          <a:xfrm>
            <a:off x="4737315" y="0"/>
            <a:ext cx="2195750" cy="6858000"/>
          </a:xfrm>
          <a:custGeom>
            <a:avLst/>
            <a:gdLst>
              <a:gd name="connsiteX0" fmla="*/ 1969084 w 2195750"/>
              <a:gd name="connsiteY0" fmla="*/ 0 h 6858000"/>
              <a:gd name="connsiteX1" fmla="*/ 2195750 w 2195750"/>
              <a:gd name="connsiteY1" fmla="*/ 0 h 6858000"/>
              <a:gd name="connsiteX2" fmla="*/ 2161525 w 2195750"/>
              <a:gd name="connsiteY2" fmla="*/ 65203 h 6858000"/>
              <a:gd name="connsiteX3" fmla="*/ 1923048 w 2195750"/>
              <a:gd name="connsiteY3" fmla="*/ 564173 h 6858000"/>
              <a:gd name="connsiteX4" fmla="*/ 1313940 w 2195750"/>
              <a:gd name="connsiteY4" fmla="*/ 3942588 h 6858000"/>
              <a:gd name="connsiteX5" fmla="*/ 201511 w 2195750"/>
              <a:gd name="connsiteY5" fmla="*/ 6832245 h 6858000"/>
              <a:gd name="connsiteX6" fmla="*/ 182865 w 2195750"/>
              <a:gd name="connsiteY6" fmla="*/ 6858000 h 6858000"/>
              <a:gd name="connsiteX7" fmla="*/ 0 w 2195750"/>
              <a:gd name="connsiteY7" fmla="*/ 6858000 h 6858000"/>
              <a:gd name="connsiteX8" fmla="*/ 18654 w 2195750"/>
              <a:gd name="connsiteY8" fmla="*/ 6824101 h 6858000"/>
              <a:gd name="connsiteX9" fmla="*/ 705793 w 2195750"/>
              <a:gd name="connsiteY9" fmla="*/ 4649039 h 6858000"/>
              <a:gd name="connsiteX10" fmla="*/ 1314901 w 2195750"/>
              <a:gd name="connsiteY10" fmla="*/ 1270626 h 6858000"/>
              <a:gd name="connsiteX11" fmla="*/ 1833431 w 2195750"/>
              <a:gd name="connsiteY11" fmla="*/ 2468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95750" h="6858000">
                <a:moveTo>
                  <a:pt x="1969084" y="0"/>
                </a:moveTo>
                <a:lnTo>
                  <a:pt x="2195750" y="0"/>
                </a:lnTo>
                <a:lnTo>
                  <a:pt x="2161525" y="65203"/>
                </a:lnTo>
                <a:cubicBezTo>
                  <a:pt x="2073851" y="236177"/>
                  <a:pt x="1993106" y="402849"/>
                  <a:pt x="1923048" y="564173"/>
                </a:cubicBezTo>
                <a:cubicBezTo>
                  <a:pt x="1362597" y="1854765"/>
                  <a:pt x="1483348" y="2808922"/>
                  <a:pt x="1313940" y="3942588"/>
                </a:cubicBezTo>
                <a:cubicBezTo>
                  <a:pt x="1173913" y="4862569"/>
                  <a:pt x="844277" y="5901971"/>
                  <a:pt x="201511" y="6832245"/>
                </a:cubicBezTo>
                <a:lnTo>
                  <a:pt x="182865" y="6858000"/>
                </a:lnTo>
                <a:lnTo>
                  <a:pt x="0" y="6858000"/>
                </a:lnTo>
                <a:lnTo>
                  <a:pt x="18654" y="6824101"/>
                </a:lnTo>
                <a:cubicBezTo>
                  <a:pt x="389098" y="6096186"/>
                  <a:pt x="600773" y="5339025"/>
                  <a:pt x="705793" y="4649039"/>
                </a:cubicBezTo>
                <a:cubicBezTo>
                  <a:pt x="875192" y="3515373"/>
                  <a:pt x="754440" y="2561216"/>
                  <a:pt x="1314901" y="1270626"/>
                </a:cubicBezTo>
                <a:cubicBezTo>
                  <a:pt x="1455017" y="947978"/>
                  <a:pt x="1637882" y="603935"/>
                  <a:pt x="1833431" y="246878"/>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3" name="Text Placeholder 6">
            <a:extLst>
              <a:ext uri="{FF2B5EF4-FFF2-40B4-BE49-F238E27FC236}">
                <a16:creationId xmlns:a16="http://schemas.microsoft.com/office/drawing/2014/main" id="{084FE5AE-1FB1-89DD-A40C-59B25366566E}"/>
              </a:ext>
            </a:extLst>
          </p:cNvPr>
          <p:cNvSpPr>
            <a:spLocks noGrp="1"/>
          </p:cNvSpPr>
          <p:nvPr>
            <p:ph idx="17" hasCustomPrompt="1"/>
          </p:nvPr>
        </p:nvSpPr>
        <p:spPr>
          <a:xfrm>
            <a:off x="2069436" y="4229976"/>
            <a:ext cx="3028136" cy="341809"/>
          </a:xfrm>
          <a:prstGeom prst="rect">
            <a:avLst/>
          </a:prstGeom>
        </p:spPr>
        <p:txBody>
          <a:bodyPr vert="horz" lIns="0" tIns="0" rIns="0" bIns="0" rtlCol="0">
            <a:normAutofit/>
          </a:bodyPr>
          <a:lstStyle>
            <a:lvl1pPr marL="12700" indent="0" algn="l">
              <a:buNone/>
              <a:tabLst/>
              <a:defRPr b="1">
                <a:solidFill>
                  <a:schemeClr val="bg1"/>
                </a:solidFill>
              </a:defRPr>
            </a:lvl1pPr>
            <a:lvl2pPr marL="184150" indent="-171450" algn="l">
              <a:buFont typeface="Arial" panose="020B0604020202020204" pitchFamily="34" charset="0"/>
              <a:buChar char="•"/>
              <a:tabLst/>
              <a:defRPr>
                <a:solidFill>
                  <a:schemeClr val="accent3"/>
                </a:solidFill>
              </a:defRPr>
            </a:lvl2pPr>
            <a:lvl3pPr marL="12700" indent="0">
              <a:buNone/>
              <a:tabLst/>
              <a:defRPr/>
            </a:lvl3pPr>
          </a:lstStyle>
          <a:p>
            <a:pPr lvl="0"/>
            <a:r>
              <a:rPr lang="en-GB" dirty="0"/>
              <a:t>Name and Surname</a:t>
            </a:r>
          </a:p>
        </p:txBody>
      </p:sp>
      <p:sp>
        <p:nvSpPr>
          <p:cNvPr id="34" name="Text Placeholder 10">
            <a:extLst>
              <a:ext uri="{FF2B5EF4-FFF2-40B4-BE49-F238E27FC236}">
                <a16:creationId xmlns:a16="http://schemas.microsoft.com/office/drawing/2014/main" id="{291C4C70-0E17-5D48-03A1-9D3740F8BBBE}"/>
              </a:ext>
            </a:extLst>
          </p:cNvPr>
          <p:cNvSpPr>
            <a:spLocks noGrp="1"/>
          </p:cNvSpPr>
          <p:nvPr>
            <p:ph type="body" sz="quarter" idx="18"/>
          </p:nvPr>
        </p:nvSpPr>
        <p:spPr>
          <a:xfrm>
            <a:off x="2069436" y="4574658"/>
            <a:ext cx="3028137" cy="617795"/>
          </a:xfrm>
        </p:spPr>
        <p:txBody>
          <a:bodyPr>
            <a:normAutofit/>
          </a:bodyPr>
          <a:lstStyle>
            <a:lvl1pPr algn="l">
              <a:defRPr sz="1200">
                <a:solidFill>
                  <a:schemeClr val="bg1"/>
                </a:solidFill>
              </a:defRPr>
            </a:lvl1pPr>
            <a:lvl2pPr marL="179388" indent="-171450" algn="ctr">
              <a:buFont typeface="Arial" panose="020B0604020202020204" pitchFamily="34" charset="0"/>
              <a:buChar char="•"/>
              <a:tabLst/>
              <a:defRPr/>
            </a:lvl2pPr>
          </a:lstStyle>
          <a:p>
            <a:pPr lvl="0"/>
            <a:r>
              <a:rPr lang="en-US"/>
              <a:t>Click to edit Master text styles</a:t>
            </a:r>
          </a:p>
        </p:txBody>
      </p:sp>
      <p:sp>
        <p:nvSpPr>
          <p:cNvPr id="35" name="Picture Placeholder 16">
            <a:extLst>
              <a:ext uri="{FF2B5EF4-FFF2-40B4-BE49-F238E27FC236}">
                <a16:creationId xmlns:a16="http://schemas.microsoft.com/office/drawing/2014/main" id="{CD1C416C-0F6B-DFA1-4B7B-70B455EFD9BD}"/>
              </a:ext>
            </a:extLst>
          </p:cNvPr>
          <p:cNvSpPr>
            <a:spLocks noGrp="1"/>
          </p:cNvSpPr>
          <p:nvPr>
            <p:ph type="pic" sz="quarter" idx="19"/>
          </p:nvPr>
        </p:nvSpPr>
        <p:spPr>
          <a:xfrm>
            <a:off x="550862" y="4003820"/>
            <a:ext cx="1241348" cy="1309086"/>
          </a:xfrm>
          <a:custGeom>
            <a:avLst/>
            <a:gdLst>
              <a:gd name="connsiteX0" fmla="*/ 577388 w 1407298"/>
              <a:gd name="connsiteY0" fmla="*/ 294 h 1484092"/>
              <a:gd name="connsiteX1" fmla="*/ 1228905 w 1407298"/>
              <a:gd name="connsiteY1" fmla="*/ 346913 h 1484092"/>
              <a:gd name="connsiteX2" fmla="*/ 1228836 w 1407298"/>
              <a:gd name="connsiteY2" fmla="*/ 346983 h 1484092"/>
              <a:gd name="connsiteX3" fmla="*/ 1372072 w 1407298"/>
              <a:gd name="connsiteY3" fmla="*/ 1018872 h 1484092"/>
              <a:gd name="connsiteX4" fmla="*/ 845991 w 1407298"/>
              <a:gd name="connsiteY4" fmla="*/ 1395599 h 1484092"/>
              <a:gd name="connsiteX5" fmla="*/ 317059 w 1407298"/>
              <a:gd name="connsiteY5" fmla="*/ 1447400 h 1484092"/>
              <a:gd name="connsiteX6" fmla="*/ 98867 w 1407298"/>
              <a:gd name="connsiteY6" fmla="*/ 973329 h 1484092"/>
              <a:gd name="connsiteX7" fmla="*/ 29544 w 1407298"/>
              <a:gd name="connsiteY7" fmla="*/ 358108 h 1484092"/>
              <a:gd name="connsiteX8" fmla="*/ 577388 w 1407298"/>
              <a:gd name="connsiteY8" fmla="*/ 294 h 1484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7298" h="1484092">
                <a:moveTo>
                  <a:pt x="577388" y="294"/>
                </a:moveTo>
                <a:cubicBezTo>
                  <a:pt x="819082" y="-7424"/>
                  <a:pt x="1069885" y="137898"/>
                  <a:pt x="1228905" y="346913"/>
                </a:cubicBezTo>
                <a:lnTo>
                  <a:pt x="1228836" y="346983"/>
                </a:lnTo>
                <a:cubicBezTo>
                  <a:pt x="1387508" y="555996"/>
                  <a:pt x="1454051" y="828424"/>
                  <a:pt x="1372072" y="1018872"/>
                </a:cubicBezTo>
                <a:cubicBezTo>
                  <a:pt x="1290094" y="1209321"/>
                  <a:pt x="1059664" y="1317931"/>
                  <a:pt x="845991" y="1395599"/>
                </a:cubicBezTo>
                <a:cubicBezTo>
                  <a:pt x="632319" y="1473683"/>
                  <a:pt x="435125" y="1520965"/>
                  <a:pt x="317059" y="1447400"/>
                </a:cubicBezTo>
                <a:cubicBezTo>
                  <a:pt x="198993" y="1374183"/>
                  <a:pt x="159777" y="1179910"/>
                  <a:pt x="98867" y="973329"/>
                </a:cubicBezTo>
                <a:cubicBezTo>
                  <a:pt x="37957" y="766748"/>
                  <a:pt x="-45065" y="547931"/>
                  <a:pt x="29544" y="358108"/>
                </a:cubicBezTo>
                <a:cubicBezTo>
                  <a:pt x="104152" y="168702"/>
                  <a:pt x="336042" y="7944"/>
                  <a:pt x="577388" y="294"/>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PL" dirty="0"/>
          </a:p>
        </p:txBody>
      </p:sp>
      <p:sp>
        <p:nvSpPr>
          <p:cNvPr id="41" name="Freeform 40">
            <a:extLst>
              <a:ext uri="{FF2B5EF4-FFF2-40B4-BE49-F238E27FC236}">
                <a16:creationId xmlns:a16="http://schemas.microsoft.com/office/drawing/2014/main" id="{37278615-7553-2C74-7514-E58F0F9C319C}"/>
              </a:ext>
            </a:extLst>
          </p:cNvPr>
          <p:cNvSpPr/>
          <p:nvPr userDrawn="1"/>
        </p:nvSpPr>
        <p:spPr>
          <a:xfrm>
            <a:off x="4908605" y="0"/>
            <a:ext cx="2503877" cy="6858000"/>
          </a:xfrm>
          <a:custGeom>
            <a:avLst/>
            <a:gdLst>
              <a:gd name="connsiteX0" fmla="*/ 2012930 w 2503877"/>
              <a:gd name="connsiteY0" fmla="*/ 0 h 6858000"/>
              <a:gd name="connsiteX1" fmla="*/ 2503877 w 2503877"/>
              <a:gd name="connsiteY1" fmla="*/ 0 h 6858000"/>
              <a:gd name="connsiteX2" fmla="*/ 2315406 w 2503877"/>
              <a:gd name="connsiteY2" fmla="*/ 352946 h 6858000"/>
              <a:gd name="connsiteX3" fmla="*/ 1809165 w 2503877"/>
              <a:gd name="connsiteY3" fmla="*/ 1382831 h 6858000"/>
              <a:gd name="connsiteX4" fmla="*/ 1240526 w 2503877"/>
              <a:gd name="connsiteY4" fmla="*/ 4768301 h 6858000"/>
              <a:gd name="connsiteX5" fmla="*/ 660130 w 2503877"/>
              <a:gd name="connsiteY5" fmla="*/ 6782002 h 6858000"/>
              <a:gd name="connsiteX6" fmla="*/ 623493 w 2503877"/>
              <a:gd name="connsiteY6" fmla="*/ 6858000 h 6858000"/>
              <a:gd name="connsiteX7" fmla="*/ 0 w 2503877"/>
              <a:gd name="connsiteY7" fmla="*/ 6858000 h 6858000"/>
              <a:gd name="connsiteX8" fmla="*/ 18646 w 2503877"/>
              <a:gd name="connsiteY8" fmla="*/ 6832245 h 6858000"/>
              <a:gd name="connsiteX9" fmla="*/ 1131075 w 2503877"/>
              <a:gd name="connsiteY9" fmla="*/ 3942588 h 6858000"/>
              <a:gd name="connsiteX10" fmla="*/ 1740183 w 2503877"/>
              <a:gd name="connsiteY10" fmla="*/ 564173 h 6858000"/>
              <a:gd name="connsiteX11" fmla="*/ 1946115 w 2503877"/>
              <a:gd name="connsiteY11" fmla="*/ 1291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877" h="6858000">
                <a:moveTo>
                  <a:pt x="2012930" y="0"/>
                </a:moveTo>
                <a:lnTo>
                  <a:pt x="2503877" y="0"/>
                </a:lnTo>
                <a:lnTo>
                  <a:pt x="2315406" y="352946"/>
                </a:lnTo>
                <a:cubicBezTo>
                  <a:pt x="2124143" y="712320"/>
                  <a:pt x="1945409" y="1058528"/>
                  <a:pt x="1809165" y="1382831"/>
                </a:cubicBezTo>
                <a:cubicBezTo>
                  <a:pt x="1264183" y="2680040"/>
                  <a:pt x="1396349" y="3632683"/>
                  <a:pt x="1240526" y="4768301"/>
                </a:cubicBezTo>
                <a:cubicBezTo>
                  <a:pt x="1151210" y="5406326"/>
                  <a:pt x="971709" y="6102673"/>
                  <a:pt x="660130" y="6782002"/>
                </a:cubicBezTo>
                <a:lnTo>
                  <a:pt x="623493" y="6858000"/>
                </a:lnTo>
                <a:lnTo>
                  <a:pt x="0" y="6858000"/>
                </a:lnTo>
                <a:lnTo>
                  <a:pt x="18646" y="6832245"/>
                </a:lnTo>
                <a:cubicBezTo>
                  <a:pt x="661412" y="5901971"/>
                  <a:pt x="991048" y="4862569"/>
                  <a:pt x="1131075" y="3942588"/>
                </a:cubicBezTo>
                <a:cubicBezTo>
                  <a:pt x="1300483" y="2808922"/>
                  <a:pt x="1179732" y="1854765"/>
                  <a:pt x="1740183" y="564173"/>
                </a:cubicBezTo>
                <a:cubicBezTo>
                  <a:pt x="1801484" y="423015"/>
                  <a:pt x="1870967" y="277761"/>
                  <a:pt x="1946115" y="12911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Picture Placeholder 43">
            <a:extLst>
              <a:ext uri="{FF2B5EF4-FFF2-40B4-BE49-F238E27FC236}">
                <a16:creationId xmlns:a16="http://schemas.microsoft.com/office/drawing/2014/main" id="{CF3E8D10-1FC1-0D74-F938-96FDB84FC281}"/>
              </a:ext>
            </a:extLst>
          </p:cNvPr>
          <p:cNvSpPr>
            <a:spLocks noGrp="1"/>
          </p:cNvSpPr>
          <p:nvPr>
            <p:ph type="pic" sz="quarter" idx="20"/>
          </p:nvPr>
        </p:nvSpPr>
        <p:spPr>
          <a:xfrm>
            <a:off x="5520523" y="0"/>
            <a:ext cx="6671477" cy="6858000"/>
          </a:xfrm>
          <a:custGeom>
            <a:avLst/>
            <a:gdLst>
              <a:gd name="connsiteX0" fmla="*/ 1880384 w 6671477"/>
              <a:gd name="connsiteY0" fmla="*/ 0 h 6858000"/>
              <a:gd name="connsiteX1" fmla="*/ 6671477 w 6671477"/>
              <a:gd name="connsiteY1" fmla="*/ 0 h 6858000"/>
              <a:gd name="connsiteX2" fmla="*/ 6671477 w 6671477"/>
              <a:gd name="connsiteY2" fmla="*/ 6858000 h 6858000"/>
              <a:gd name="connsiteX3" fmla="*/ 0 w 6671477"/>
              <a:gd name="connsiteY3" fmla="*/ 6858000 h 6858000"/>
              <a:gd name="connsiteX4" fmla="*/ 36637 w 6671477"/>
              <a:gd name="connsiteY4" fmla="*/ 6782002 h 6858000"/>
              <a:gd name="connsiteX5" fmla="*/ 617033 w 6671477"/>
              <a:gd name="connsiteY5" fmla="*/ 4768301 h 6858000"/>
              <a:gd name="connsiteX6" fmla="*/ 1185672 w 6671477"/>
              <a:gd name="connsiteY6" fmla="*/ 1382831 h 6858000"/>
              <a:gd name="connsiteX7" fmla="*/ 1691913 w 6671477"/>
              <a:gd name="connsiteY7" fmla="*/ 3529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71477" h="6858000">
                <a:moveTo>
                  <a:pt x="1880384" y="0"/>
                </a:moveTo>
                <a:lnTo>
                  <a:pt x="6671477" y="0"/>
                </a:lnTo>
                <a:lnTo>
                  <a:pt x="6671477" y="6858000"/>
                </a:lnTo>
                <a:lnTo>
                  <a:pt x="0" y="6858000"/>
                </a:lnTo>
                <a:lnTo>
                  <a:pt x="36637" y="6782002"/>
                </a:lnTo>
                <a:cubicBezTo>
                  <a:pt x="348216" y="6102673"/>
                  <a:pt x="527717" y="5406326"/>
                  <a:pt x="617033" y="4768301"/>
                </a:cubicBezTo>
                <a:cubicBezTo>
                  <a:pt x="772856" y="3632683"/>
                  <a:pt x="640690" y="2680040"/>
                  <a:pt x="1185672" y="1382831"/>
                </a:cubicBezTo>
                <a:cubicBezTo>
                  <a:pt x="1321916" y="1058528"/>
                  <a:pt x="1500650" y="712320"/>
                  <a:pt x="1691913" y="352946"/>
                </a:cubicBezTo>
                <a:close/>
              </a:path>
            </a:pathLst>
          </a:custGeom>
          <a:solidFill>
            <a:schemeClr val="bg2"/>
          </a:solidFill>
        </p:spPr>
        <p:txBody>
          <a:bodyPr wrap="square" anchor="ctr">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1987611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cover_light">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tx2"/>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tx2"/>
                </a:solidFill>
              </a:rPr>
              <a:t>xebia.com</a:t>
            </a:r>
            <a:endParaRPr lang="en-GB" sz="1800" dirty="0">
              <a:solidFill>
                <a:schemeClr val="tx2"/>
              </a:solidFill>
            </a:endParaRPr>
          </a:p>
        </p:txBody>
      </p:sp>
      <p:pic>
        <p:nvPicPr>
          <p:cNvPr id="3" name="Graphic 2">
            <a:extLst>
              <a:ext uri="{FF2B5EF4-FFF2-40B4-BE49-F238E27FC236}">
                <a16:creationId xmlns:a16="http://schemas.microsoft.com/office/drawing/2014/main" id="{FFFF42E6-A456-BD1D-C4C7-A3ADF1EF668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167767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cover_dark">
    <p:bg>
      <p:bgPr>
        <a:solidFill>
          <a:schemeClr val="tx2"/>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0D52A9A4-97F2-7F53-0D44-94858DC3118F}"/>
              </a:ext>
            </a:extLst>
          </p:cNvPr>
          <p:cNvSpPr/>
          <p:nvPr userDrawn="1"/>
        </p:nvSpPr>
        <p:spPr>
          <a:xfrm>
            <a:off x="2575367" y="-1"/>
            <a:ext cx="6967960" cy="6867819"/>
          </a:xfrm>
          <a:custGeom>
            <a:avLst/>
            <a:gdLst>
              <a:gd name="connsiteX0" fmla="*/ 0 w 7089494"/>
              <a:gd name="connsiteY0" fmla="*/ 0 h 6858001"/>
              <a:gd name="connsiteX1" fmla="*/ 7089494 w 7089494"/>
              <a:gd name="connsiteY1" fmla="*/ 0 h 6858001"/>
              <a:gd name="connsiteX2" fmla="*/ 7089494 w 7089494"/>
              <a:gd name="connsiteY2" fmla="*/ 6858001 h 6858001"/>
              <a:gd name="connsiteX3" fmla="*/ 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6013048 w 7089494"/>
              <a:gd name="connsiteY3" fmla="*/ 668438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708949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7089494"/>
              <a:gd name="connsiteY0" fmla="*/ 0 h 6858001"/>
              <a:gd name="connsiteX1" fmla="*/ 1319514 w 7089494"/>
              <a:gd name="connsiteY1" fmla="*/ 0 h 6858001"/>
              <a:gd name="connsiteX2" fmla="*/ 7089494 w 7089494"/>
              <a:gd name="connsiteY2" fmla="*/ 6858001 h 6858001"/>
              <a:gd name="connsiteX3" fmla="*/ 5202820 w 7089494"/>
              <a:gd name="connsiteY3" fmla="*/ 6858001 h 6858001"/>
              <a:gd name="connsiteX4" fmla="*/ 0 w 7089494"/>
              <a:gd name="connsiteY4" fmla="*/ 0 h 6858001"/>
              <a:gd name="connsiteX0" fmla="*/ 0 w 6967960"/>
              <a:gd name="connsiteY0" fmla="*/ 0 h 6863789"/>
              <a:gd name="connsiteX1" fmla="*/ 1319514 w 6967960"/>
              <a:gd name="connsiteY1" fmla="*/ 0 h 6863789"/>
              <a:gd name="connsiteX2" fmla="*/ 6967960 w 6967960"/>
              <a:gd name="connsiteY2" fmla="*/ 6863789 h 6863789"/>
              <a:gd name="connsiteX3" fmla="*/ 5202820 w 6967960"/>
              <a:gd name="connsiteY3" fmla="*/ 6858001 h 6863789"/>
              <a:gd name="connsiteX4" fmla="*/ 0 w 6967960"/>
              <a:gd name="connsiteY4" fmla="*/ 0 h 6863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67960" h="6863789">
                <a:moveTo>
                  <a:pt x="0" y="0"/>
                </a:moveTo>
                <a:lnTo>
                  <a:pt x="1319514" y="0"/>
                </a:lnTo>
                <a:cubicBezTo>
                  <a:pt x="2322654" y="4375230"/>
                  <a:pt x="5044633" y="4577789"/>
                  <a:pt x="6967960" y="6863789"/>
                </a:cubicBezTo>
                <a:lnTo>
                  <a:pt x="5202820" y="6858001"/>
                </a:lnTo>
                <a:cubicBezTo>
                  <a:pt x="3624805" y="4299996"/>
                  <a:pt x="1196049" y="2708476"/>
                  <a:pt x="0" y="0"/>
                </a:cubicBezTo>
                <a:close/>
              </a:path>
            </a:pathLst>
          </a:custGeom>
          <a:solidFill>
            <a:srgbClr val="5B1E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 name="Text Placeholder 6">
            <a:extLst>
              <a:ext uri="{FF2B5EF4-FFF2-40B4-BE49-F238E27FC236}">
                <a16:creationId xmlns:a16="http://schemas.microsoft.com/office/drawing/2014/main" id="{E826FE26-AFDB-F07C-663E-7C33DA765794}"/>
              </a:ext>
            </a:extLst>
          </p:cNvPr>
          <p:cNvSpPr>
            <a:spLocks noGrp="1"/>
          </p:cNvSpPr>
          <p:nvPr>
            <p:ph idx="1" hasCustomPrompt="1"/>
          </p:nvPr>
        </p:nvSpPr>
        <p:spPr>
          <a:xfrm>
            <a:off x="554037" y="4016436"/>
            <a:ext cx="4252632" cy="995423"/>
          </a:xfrm>
          <a:prstGeom prst="rect">
            <a:avLst/>
          </a:prstGeom>
        </p:spPr>
        <p:txBody>
          <a:bodyPr vert="horz" lIns="0" tIns="0" rIns="0" bIns="0" rtlCol="0">
            <a:normAutofit/>
          </a:bodyPr>
          <a:lstStyle>
            <a:lvl1pPr marL="0" indent="0">
              <a:buNone/>
              <a:defRPr>
                <a:solidFill>
                  <a:schemeClr val="bg1"/>
                </a:solidFill>
              </a:defRPr>
            </a:lvl1pPr>
            <a:lvl2pPr marL="457200" indent="0">
              <a:buNone/>
              <a:defRPr/>
            </a:lvl2pPr>
            <a:lvl3pPr marL="914400" indent="0">
              <a:buNone/>
              <a:defRPr/>
            </a:lvl3pPr>
          </a:lstStyle>
          <a:p>
            <a:pPr lvl="0"/>
            <a:r>
              <a:rPr lang="en-GB" dirty="0"/>
              <a:t>Click to edit Master text styles</a:t>
            </a:r>
          </a:p>
        </p:txBody>
      </p:sp>
      <p:sp>
        <p:nvSpPr>
          <p:cNvPr id="8" name="Title Placeholder 10">
            <a:extLst>
              <a:ext uri="{FF2B5EF4-FFF2-40B4-BE49-F238E27FC236}">
                <a16:creationId xmlns:a16="http://schemas.microsoft.com/office/drawing/2014/main" id="{D0396193-2776-6A62-7DE8-4E7F9141097E}"/>
              </a:ext>
            </a:extLst>
          </p:cNvPr>
          <p:cNvSpPr>
            <a:spLocks noGrp="1"/>
          </p:cNvSpPr>
          <p:nvPr>
            <p:ph type="title" hasCustomPrompt="1"/>
          </p:nvPr>
        </p:nvSpPr>
        <p:spPr>
          <a:xfrm>
            <a:off x="554038" y="3429000"/>
            <a:ext cx="4252632" cy="584261"/>
          </a:xfrm>
          <a:prstGeom prst="rect">
            <a:avLst/>
          </a:prstGeom>
        </p:spPr>
        <p:txBody>
          <a:bodyPr vert="horz" lIns="0" tIns="0" rIns="0" bIns="0" rtlCol="0" anchor="t">
            <a:normAutofit/>
          </a:bodyPr>
          <a:lstStyle>
            <a:lvl1pPr>
              <a:defRPr>
                <a:solidFill>
                  <a:schemeClr val="bg1"/>
                </a:solidFill>
              </a:defRPr>
            </a:lvl1pPr>
          </a:lstStyle>
          <a:p>
            <a:r>
              <a:rPr lang="en-GB" dirty="0"/>
              <a:t>Thanks!</a:t>
            </a:r>
            <a:endParaRPr lang="en-PL" dirty="0"/>
          </a:p>
        </p:txBody>
      </p:sp>
      <p:sp>
        <p:nvSpPr>
          <p:cNvPr id="24" name="Picture Placeholder 23">
            <a:extLst>
              <a:ext uri="{FF2B5EF4-FFF2-40B4-BE49-F238E27FC236}">
                <a16:creationId xmlns:a16="http://schemas.microsoft.com/office/drawing/2014/main" id="{EE48DFFF-E338-09B9-2477-E5D55A4DD2B9}"/>
              </a:ext>
            </a:extLst>
          </p:cNvPr>
          <p:cNvSpPr>
            <a:spLocks noGrp="1"/>
          </p:cNvSpPr>
          <p:nvPr>
            <p:ph type="pic" sz="quarter" idx="10" hasCustomPrompt="1"/>
          </p:nvPr>
        </p:nvSpPr>
        <p:spPr>
          <a:xfrm>
            <a:off x="3958542" y="1"/>
            <a:ext cx="8233458" cy="6858000"/>
          </a:xfrm>
          <a:custGeom>
            <a:avLst/>
            <a:gdLst>
              <a:gd name="connsiteX0" fmla="*/ 0 w 8233458"/>
              <a:gd name="connsiteY0" fmla="*/ 0 h 6858000"/>
              <a:gd name="connsiteX1" fmla="*/ 8233458 w 8233458"/>
              <a:gd name="connsiteY1" fmla="*/ 0 h 6858000"/>
              <a:gd name="connsiteX2" fmla="*/ 8233458 w 8233458"/>
              <a:gd name="connsiteY2" fmla="*/ 6858000 h 6858000"/>
              <a:gd name="connsiteX3" fmla="*/ 5776855 w 8233458"/>
              <a:gd name="connsiteY3" fmla="*/ 6858000 h 6858000"/>
              <a:gd name="connsiteX4" fmla="*/ 2226297 w 8233458"/>
              <a:gd name="connsiteY4" fmla="*/ 3819525 h 6858000"/>
              <a:gd name="connsiteX5" fmla="*/ 0 w 823345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33458" h="6858000">
                <a:moveTo>
                  <a:pt x="0" y="0"/>
                </a:moveTo>
                <a:lnTo>
                  <a:pt x="8233458" y="0"/>
                </a:lnTo>
                <a:lnTo>
                  <a:pt x="8233458" y="6858000"/>
                </a:lnTo>
                <a:lnTo>
                  <a:pt x="5776855" y="6858000"/>
                </a:lnTo>
                <a:cubicBezTo>
                  <a:pt x="5776855" y="6858000"/>
                  <a:pt x="3771270" y="5153026"/>
                  <a:pt x="2226297" y="3819525"/>
                </a:cubicBezTo>
                <a:cubicBezTo>
                  <a:pt x="681323" y="2486025"/>
                  <a:pt x="0" y="0"/>
                  <a:pt x="0" y="0"/>
                </a:cubicBezTo>
                <a:close/>
              </a:path>
            </a:pathLst>
          </a:custGeom>
          <a:solidFill>
            <a:schemeClr val="bg2"/>
          </a:solidFill>
        </p:spPr>
        <p:txBody>
          <a:bodyPr wrap="square" lIns="2520000" rIns="2520000" anchor="ctr">
            <a:noAutofit/>
          </a:bodyPr>
          <a:lstStyle>
            <a:lvl1pPr marL="0" indent="0" algn="ctr">
              <a:buNone/>
              <a:defRPr sz="1600"/>
            </a:lvl1pPr>
          </a:lstStyle>
          <a:p>
            <a:r>
              <a:rPr lang="en-GB" dirty="0"/>
              <a:t>You can add a photo</a:t>
            </a:r>
          </a:p>
        </p:txBody>
      </p:sp>
      <p:sp>
        <p:nvSpPr>
          <p:cNvPr id="36" name="Freeform 35">
            <a:extLst>
              <a:ext uri="{FF2B5EF4-FFF2-40B4-BE49-F238E27FC236}">
                <a16:creationId xmlns:a16="http://schemas.microsoft.com/office/drawing/2014/main" id="{65547924-9C4A-ECA1-A5C7-F0DEF0CA22FA}"/>
              </a:ext>
            </a:extLst>
          </p:cNvPr>
          <p:cNvSpPr/>
          <p:nvPr userDrawn="1"/>
        </p:nvSpPr>
        <p:spPr>
          <a:xfrm>
            <a:off x="3003630" y="-1"/>
            <a:ext cx="6769849" cy="6867819"/>
          </a:xfrm>
          <a:custGeom>
            <a:avLst/>
            <a:gdLst>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0 w 6765403"/>
              <a:gd name="connsiteY6" fmla="*/ 685800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5972537 w 6765403"/>
              <a:gd name="connsiteY6" fmla="*/ 6869574 h 6869574"/>
              <a:gd name="connsiteX7" fmla="*/ 0 w 6765403"/>
              <a:gd name="connsiteY7" fmla="*/ 0 h 6869574"/>
              <a:gd name="connsiteX0" fmla="*/ 0 w 6765403"/>
              <a:gd name="connsiteY0" fmla="*/ 0 h 6858000"/>
              <a:gd name="connsiteX1" fmla="*/ 1030147 w 6765403"/>
              <a:gd name="connsiteY1" fmla="*/ 0 h 6858000"/>
              <a:gd name="connsiteX2" fmla="*/ 3237665 w 6765403"/>
              <a:gd name="connsiteY2" fmla="*/ 3818547 h 6858000"/>
              <a:gd name="connsiteX3" fmla="*/ 6758275 w 6765403"/>
              <a:gd name="connsiteY3" fmla="*/ 6856244 h 6858000"/>
              <a:gd name="connsiteX4" fmla="*/ 6765403 w 6765403"/>
              <a:gd name="connsiteY4" fmla="*/ 6856244 h 6858000"/>
              <a:gd name="connsiteX5" fmla="*/ 6765403 w 6765403"/>
              <a:gd name="connsiteY5" fmla="*/ 6858000 h 6858000"/>
              <a:gd name="connsiteX6" fmla="*/ 6400800 w 6765403"/>
              <a:gd name="connsiteY6" fmla="*/ 6834850 h 6858000"/>
              <a:gd name="connsiteX7" fmla="*/ 0 w 6765403"/>
              <a:gd name="connsiteY7" fmla="*/ 0 h 6858000"/>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765403"/>
              <a:gd name="connsiteY0" fmla="*/ 0 h 6869574"/>
              <a:gd name="connsiteX1" fmla="*/ 1030147 w 6765403"/>
              <a:gd name="connsiteY1" fmla="*/ 0 h 6869574"/>
              <a:gd name="connsiteX2" fmla="*/ 3237665 w 6765403"/>
              <a:gd name="connsiteY2" fmla="*/ 3818547 h 6869574"/>
              <a:gd name="connsiteX3" fmla="*/ 6758275 w 6765403"/>
              <a:gd name="connsiteY3" fmla="*/ 6856244 h 6869574"/>
              <a:gd name="connsiteX4" fmla="*/ 6765403 w 6765403"/>
              <a:gd name="connsiteY4" fmla="*/ 6856244 h 6869574"/>
              <a:gd name="connsiteX5" fmla="*/ 6765403 w 6765403"/>
              <a:gd name="connsiteY5" fmla="*/ 6858000 h 6869574"/>
              <a:gd name="connsiteX6" fmla="*/ 6423950 w 6765403"/>
              <a:gd name="connsiteY6" fmla="*/ 6869574 h 6869574"/>
              <a:gd name="connsiteX7" fmla="*/ 0 w 6765403"/>
              <a:gd name="connsiteY7" fmla="*/ 0 h 6869574"/>
              <a:gd name="connsiteX0" fmla="*/ 0 w 6117221"/>
              <a:gd name="connsiteY0" fmla="*/ 0 h 6875361"/>
              <a:gd name="connsiteX1" fmla="*/ 381965 w 6117221"/>
              <a:gd name="connsiteY1" fmla="*/ 5787 h 6875361"/>
              <a:gd name="connsiteX2" fmla="*/ 2589483 w 6117221"/>
              <a:gd name="connsiteY2" fmla="*/ 3824334 h 6875361"/>
              <a:gd name="connsiteX3" fmla="*/ 6110093 w 6117221"/>
              <a:gd name="connsiteY3" fmla="*/ 6862031 h 6875361"/>
              <a:gd name="connsiteX4" fmla="*/ 6117221 w 6117221"/>
              <a:gd name="connsiteY4" fmla="*/ 6862031 h 6875361"/>
              <a:gd name="connsiteX5" fmla="*/ 6117221 w 6117221"/>
              <a:gd name="connsiteY5" fmla="*/ 6863787 h 6875361"/>
              <a:gd name="connsiteX6" fmla="*/ 5775768 w 6117221"/>
              <a:gd name="connsiteY6" fmla="*/ 6875361 h 6875361"/>
              <a:gd name="connsiteX7" fmla="*/ 0 w 6117221"/>
              <a:gd name="connsiteY7" fmla="*/ 0 h 6875361"/>
              <a:gd name="connsiteX0" fmla="*/ 0 w 6701742"/>
              <a:gd name="connsiteY0" fmla="*/ 1 h 6869574"/>
              <a:gd name="connsiteX1" fmla="*/ 966486 w 6701742"/>
              <a:gd name="connsiteY1" fmla="*/ 0 h 6869574"/>
              <a:gd name="connsiteX2" fmla="*/ 3174004 w 6701742"/>
              <a:gd name="connsiteY2" fmla="*/ 3818547 h 6869574"/>
              <a:gd name="connsiteX3" fmla="*/ 6694614 w 6701742"/>
              <a:gd name="connsiteY3" fmla="*/ 6856244 h 6869574"/>
              <a:gd name="connsiteX4" fmla="*/ 6701742 w 6701742"/>
              <a:gd name="connsiteY4" fmla="*/ 6856244 h 6869574"/>
              <a:gd name="connsiteX5" fmla="*/ 6701742 w 6701742"/>
              <a:gd name="connsiteY5" fmla="*/ 6858000 h 6869574"/>
              <a:gd name="connsiteX6" fmla="*/ 6360289 w 6701742"/>
              <a:gd name="connsiteY6" fmla="*/ 6869574 h 6869574"/>
              <a:gd name="connsiteX7" fmla="*/ 0 w 6701742"/>
              <a:gd name="connsiteY7" fmla="*/ 1 h 6869574"/>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863787"/>
              <a:gd name="connsiteX1" fmla="*/ 966486 w 6701742"/>
              <a:gd name="connsiteY1" fmla="*/ 0 h 6863787"/>
              <a:gd name="connsiteX2" fmla="*/ 3174004 w 6701742"/>
              <a:gd name="connsiteY2" fmla="*/ 3818547 h 6863787"/>
              <a:gd name="connsiteX3" fmla="*/ 6694614 w 6701742"/>
              <a:gd name="connsiteY3" fmla="*/ 6856244 h 6863787"/>
              <a:gd name="connsiteX4" fmla="*/ 6701742 w 6701742"/>
              <a:gd name="connsiteY4" fmla="*/ 6856244 h 6863787"/>
              <a:gd name="connsiteX5" fmla="*/ 6701742 w 6701742"/>
              <a:gd name="connsiteY5" fmla="*/ 6858000 h 6863787"/>
              <a:gd name="connsiteX6" fmla="*/ 6354502 w 6701742"/>
              <a:gd name="connsiteY6" fmla="*/ 6863787 h 6863787"/>
              <a:gd name="connsiteX7" fmla="*/ 0 w 6701742"/>
              <a:gd name="connsiteY7" fmla="*/ 1 h 6863787"/>
              <a:gd name="connsiteX0" fmla="*/ 0 w 6701742"/>
              <a:gd name="connsiteY0" fmla="*/ 1 h 6939023"/>
              <a:gd name="connsiteX1" fmla="*/ 966486 w 6701742"/>
              <a:gd name="connsiteY1" fmla="*/ 0 h 6939023"/>
              <a:gd name="connsiteX2" fmla="*/ 3174004 w 6701742"/>
              <a:gd name="connsiteY2" fmla="*/ 3818547 h 6939023"/>
              <a:gd name="connsiteX3" fmla="*/ 6694614 w 6701742"/>
              <a:gd name="connsiteY3" fmla="*/ 6856244 h 6939023"/>
              <a:gd name="connsiteX4" fmla="*/ 6701742 w 6701742"/>
              <a:gd name="connsiteY4" fmla="*/ 6856244 h 6939023"/>
              <a:gd name="connsiteX5" fmla="*/ 6643869 w 6701742"/>
              <a:gd name="connsiteY5" fmla="*/ 6939023 h 6939023"/>
              <a:gd name="connsiteX6" fmla="*/ 6354502 w 6701742"/>
              <a:gd name="connsiteY6" fmla="*/ 6863787 h 6939023"/>
              <a:gd name="connsiteX7" fmla="*/ 0 w 6701742"/>
              <a:gd name="connsiteY7" fmla="*/ 1 h 6939023"/>
              <a:gd name="connsiteX0" fmla="*/ 0 w 6776977"/>
              <a:gd name="connsiteY0" fmla="*/ 1 h 7070376"/>
              <a:gd name="connsiteX1" fmla="*/ 966486 w 6776977"/>
              <a:gd name="connsiteY1" fmla="*/ 0 h 7070376"/>
              <a:gd name="connsiteX2" fmla="*/ 3174004 w 6776977"/>
              <a:gd name="connsiteY2" fmla="*/ 3818547 h 7070376"/>
              <a:gd name="connsiteX3" fmla="*/ 6694614 w 6776977"/>
              <a:gd name="connsiteY3" fmla="*/ 6856244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76977"/>
              <a:gd name="connsiteY0" fmla="*/ 1 h 7070376"/>
              <a:gd name="connsiteX1" fmla="*/ 966486 w 6776977"/>
              <a:gd name="connsiteY1" fmla="*/ 0 h 7070376"/>
              <a:gd name="connsiteX2" fmla="*/ 3174004 w 6776977"/>
              <a:gd name="connsiteY2" fmla="*/ 3818547 h 7070376"/>
              <a:gd name="connsiteX3" fmla="*/ 6769849 w 6776977"/>
              <a:gd name="connsiteY3" fmla="*/ 6867819 h 7070376"/>
              <a:gd name="connsiteX4" fmla="*/ 6776977 w 6776977"/>
              <a:gd name="connsiteY4" fmla="*/ 7070376 h 7070376"/>
              <a:gd name="connsiteX5" fmla="*/ 6643869 w 6776977"/>
              <a:gd name="connsiteY5" fmla="*/ 6939023 h 7070376"/>
              <a:gd name="connsiteX6" fmla="*/ 6354502 w 6776977"/>
              <a:gd name="connsiteY6" fmla="*/ 6863787 h 7070376"/>
              <a:gd name="connsiteX7" fmla="*/ 0 w 6776977"/>
              <a:gd name="connsiteY7" fmla="*/ 1 h 7070376"/>
              <a:gd name="connsiteX0" fmla="*/ 0 w 6769849"/>
              <a:gd name="connsiteY0" fmla="*/ 1 h 6939023"/>
              <a:gd name="connsiteX1" fmla="*/ 966486 w 6769849"/>
              <a:gd name="connsiteY1" fmla="*/ 0 h 6939023"/>
              <a:gd name="connsiteX2" fmla="*/ 3174004 w 6769849"/>
              <a:gd name="connsiteY2" fmla="*/ 3818547 h 6939023"/>
              <a:gd name="connsiteX3" fmla="*/ 6769849 w 6769849"/>
              <a:gd name="connsiteY3" fmla="*/ 6867819 h 6939023"/>
              <a:gd name="connsiteX4" fmla="*/ 6643869 w 6769849"/>
              <a:gd name="connsiteY4" fmla="*/ 6939023 h 6939023"/>
              <a:gd name="connsiteX5" fmla="*/ 6354502 w 6769849"/>
              <a:gd name="connsiteY5" fmla="*/ 6863787 h 6939023"/>
              <a:gd name="connsiteX6" fmla="*/ 0 w 6769849"/>
              <a:gd name="connsiteY6" fmla="*/ 1 h 6939023"/>
              <a:gd name="connsiteX0" fmla="*/ 0 w 6769849"/>
              <a:gd name="connsiteY0" fmla="*/ 1 h 6867819"/>
              <a:gd name="connsiteX1" fmla="*/ 966486 w 6769849"/>
              <a:gd name="connsiteY1" fmla="*/ 0 h 6867819"/>
              <a:gd name="connsiteX2" fmla="*/ 3174004 w 6769849"/>
              <a:gd name="connsiteY2" fmla="*/ 3818547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266602 w 6769849"/>
              <a:gd name="connsiteY2" fmla="*/ 3679650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04557 w 6769849"/>
              <a:gd name="connsiteY2" fmla="*/ 3859058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029321 w 6769849"/>
              <a:gd name="connsiteY2" fmla="*/ 3673863 h 6867819"/>
              <a:gd name="connsiteX3" fmla="*/ 6769849 w 6769849"/>
              <a:gd name="connsiteY3" fmla="*/ 6867819 h 6867819"/>
              <a:gd name="connsiteX4" fmla="*/ 6354502 w 6769849"/>
              <a:gd name="connsiteY4" fmla="*/ 6863787 h 6867819"/>
              <a:gd name="connsiteX5" fmla="*/ 0 w 6769849"/>
              <a:gd name="connsiteY5" fmla="*/ 1 h 6867819"/>
              <a:gd name="connsiteX0" fmla="*/ 0 w 6769849"/>
              <a:gd name="connsiteY0" fmla="*/ 1 h 6867819"/>
              <a:gd name="connsiteX1" fmla="*/ 966486 w 6769849"/>
              <a:gd name="connsiteY1" fmla="*/ 0 h 6867819"/>
              <a:gd name="connsiteX2" fmla="*/ 3127706 w 6769849"/>
              <a:gd name="connsiteY2" fmla="*/ 3754885 h 6867819"/>
              <a:gd name="connsiteX3" fmla="*/ 6769849 w 6769849"/>
              <a:gd name="connsiteY3" fmla="*/ 6867819 h 6867819"/>
              <a:gd name="connsiteX4" fmla="*/ 6354502 w 6769849"/>
              <a:gd name="connsiteY4" fmla="*/ 6863787 h 6867819"/>
              <a:gd name="connsiteX5" fmla="*/ 0 w 6769849"/>
              <a:gd name="connsiteY5" fmla="*/ 1 h 686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9849" h="6867819">
                <a:moveTo>
                  <a:pt x="0" y="1"/>
                </a:moveTo>
                <a:lnTo>
                  <a:pt x="966486" y="0"/>
                </a:lnTo>
                <a:cubicBezTo>
                  <a:pt x="1135707" y="386604"/>
                  <a:pt x="1763052" y="2599757"/>
                  <a:pt x="3127706" y="3754885"/>
                </a:cubicBezTo>
                <a:cubicBezTo>
                  <a:pt x="4467217" y="4888731"/>
                  <a:pt x="6074732" y="6204424"/>
                  <a:pt x="6769849" y="6867819"/>
                </a:cubicBezTo>
                <a:lnTo>
                  <a:pt x="6354502" y="6863787"/>
                </a:lnTo>
                <a:cubicBezTo>
                  <a:pt x="3923818" y="4398380"/>
                  <a:pt x="1533646" y="3946967"/>
                  <a:pt x="0" y="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PL"/>
          </a:p>
        </p:txBody>
      </p:sp>
      <p:sp>
        <p:nvSpPr>
          <p:cNvPr id="2" name="TextBox 1">
            <a:extLst>
              <a:ext uri="{FF2B5EF4-FFF2-40B4-BE49-F238E27FC236}">
                <a16:creationId xmlns:a16="http://schemas.microsoft.com/office/drawing/2014/main" id="{F0C2B91E-6263-3DFE-2F5D-8D4CD3A79360}"/>
              </a:ext>
            </a:extLst>
          </p:cNvPr>
          <p:cNvSpPr txBox="1"/>
          <p:nvPr userDrawn="1"/>
        </p:nvSpPr>
        <p:spPr>
          <a:xfrm>
            <a:off x="550863" y="6086183"/>
            <a:ext cx="1051570" cy="276999"/>
          </a:xfrm>
          <a:prstGeom prst="rect">
            <a:avLst/>
          </a:prstGeom>
          <a:noFill/>
        </p:spPr>
        <p:txBody>
          <a:bodyPr wrap="none" lIns="0" tIns="0" rIns="0" bIns="0" rtlCol="0">
            <a:spAutoFit/>
          </a:bodyPr>
          <a:lstStyle/>
          <a:p>
            <a:r>
              <a:rPr lang="en-GB" sz="1800" dirty="0" err="1">
                <a:solidFill>
                  <a:schemeClr val="accent3"/>
                </a:solidFill>
              </a:rPr>
              <a:t>xebia.com</a:t>
            </a:r>
            <a:endParaRPr lang="en-GB" sz="1800" dirty="0">
              <a:solidFill>
                <a:schemeClr val="accent3"/>
              </a:solidFill>
            </a:endParaRPr>
          </a:p>
        </p:txBody>
      </p:sp>
      <p:pic>
        <p:nvPicPr>
          <p:cNvPr id="3" name="Graphic 2">
            <a:extLst>
              <a:ext uri="{FF2B5EF4-FFF2-40B4-BE49-F238E27FC236}">
                <a16:creationId xmlns:a16="http://schemas.microsoft.com/office/drawing/2014/main" id="{D6B500E9-9A83-15DB-09B2-5C18BB6C1F5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25" y="533282"/>
            <a:ext cx="1255744" cy="442730"/>
          </a:xfrm>
          <a:prstGeom prst="rect">
            <a:avLst/>
          </a:prstGeom>
        </p:spPr>
      </p:pic>
    </p:spTree>
    <p:extLst>
      <p:ext uri="{BB962C8B-B14F-4D97-AF65-F5344CB8AC3E}">
        <p14:creationId xmlns:p14="http://schemas.microsoft.com/office/powerpoint/2010/main" val="29962894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3663FBB-EF9F-3E1B-108D-63CA29DF62AE}"/>
              </a:ext>
            </a:extLst>
          </p:cNvPr>
          <p:cNvSpPr>
            <a:spLocks noGrp="1"/>
          </p:cNvSpPr>
          <p:nvPr>
            <p:ph type="body" idx="1"/>
          </p:nvPr>
        </p:nvSpPr>
        <p:spPr>
          <a:xfrm>
            <a:off x="550863" y="1825625"/>
            <a:ext cx="11093450" cy="4483100"/>
          </a:xfrm>
          <a:prstGeom prst="rect">
            <a:avLst/>
          </a:prstGeom>
        </p:spPr>
        <p:txBody>
          <a:bodyPr vert="horz" lIns="0" tIns="0" rIns="0" bIns="0" rtlCol="0">
            <a:normAutofit/>
          </a:bodyPr>
          <a:lstStyle/>
          <a:p>
            <a:pPr lvl="0"/>
            <a:r>
              <a:rPr lang="en-GB" dirty="0"/>
              <a:t>Click to edit Master text styles</a:t>
            </a:r>
          </a:p>
          <a:p>
            <a:pPr lvl="1"/>
            <a:r>
              <a:rPr lang="en-GB" dirty="0"/>
              <a:t>Second level</a:t>
            </a:r>
          </a:p>
          <a:p>
            <a:pPr lvl="2"/>
            <a:r>
              <a:rPr lang="en-GB" dirty="0"/>
              <a:t>Third level</a:t>
            </a:r>
          </a:p>
        </p:txBody>
      </p:sp>
      <p:sp>
        <p:nvSpPr>
          <p:cNvPr id="10" name="Slide Number Placeholder 5">
            <a:extLst>
              <a:ext uri="{FF2B5EF4-FFF2-40B4-BE49-F238E27FC236}">
                <a16:creationId xmlns:a16="http://schemas.microsoft.com/office/drawing/2014/main" id="{26E93499-EFB0-CC96-CEB4-CEDC25EC9175}"/>
              </a:ext>
            </a:extLst>
          </p:cNvPr>
          <p:cNvSpPr>
            <a:spLocks noGrp="1"/>
          </p:cNvSpPr>
          <p:nvPr>
            <p:ph type="sldNum" sz="quarter" idx="4"/>
          </p:nvPr>
        </p:nvSpPr>
        <p:spPr>
          <a:xfrm>
            <a:off x="11641138" y="6311096"/>
            <a:ext cx="550862" cy="546904"/>
          </a:xfrm>
          <a:prstGeom prst="rect">
            <a:avLst/>
          </a:prstGeom>
        </p:spPr>
        <p:txBody>
          <a:bodyPr anchor="ctr"/>
          <a:lstStyle>
            <a:lvl1pPr algn="ctr">
              <a:defRPr sz="1200">
                <a:solidFill>
                  <a:schemeClr val="accent5"/>
                </a:solidFill>
              </a:defRPr>
            </a:lvl1pPr>
          </a:lstStyle>
          <a:p>
            <a:fld id="{B55D9570-D3FC-6D43-AC32-D988B1849109}" type="slidenum">
              <a:rPr lang="en-PL" smtClean="0"/>
              <a:pPr/>
              <a:t>‹#›</a:t>
            </a:fld>
            <a:endParaRPr lang="en-PL" dirty="0"/>
          </a:p>
        </p:txBody>
      </p:sp>
      <p:sp>
        <p:nvSpPr>
          <p:cNvPr id="11" name="Title Placeholder 10">
            <a:extLst>
              <a:ext uri="{FF2B5EF4-FFF2-40B4-BE49-F238E27FC236}">
                <a16:creationId xmlns:a16="http://schemas.microsoft.com/office/drawing/2014/main" id="{1B2BDAE8-5075-CC4B-53CB-FB986C283285}"/>
              </a:ext>
            </a:extLst>
          </p:cNvPr>
          <p:cNvSpPr>
            <a:spLocks noGrp="1"/>
          </p:cNvSpPr>
          <p:nvPr>
            <p:ph type="title"/>
          </p:nvPr>
        </p:nvSpPr>
        <p:spPr>
          <a:xfrm>
            <a:off x="554038" y="549476"/>
            <a:ext cx="11090275" cy="1131687"/>
          </a:xfrm>
          <a:prstGeom prst="rect">
            <a:avLst/>
          </a:prstGeom>
        </p:spPr>
        <p:txBody>
          <a:bodyPr vert="horz" lIns="0" tIns="0" rIns="0" bIns="0" rtlCol="0" anchor="t">
            <a:normAutofit/>
          </a:bodyPr>
          <a:lstStyle/>
          <a:p>
            <a:r>
              <a:rPr lang="en-US"/>
              <a:t>Click to edit Master title style</a:t>
            </a:r>
            <a:endParaRPr lang="en-PL" dirty="0"/>
          </a:p>
        </p:txBody>
      </p:sp>
    </p:spTree>
    <p:extLst>
      <p:ext uri="{BB962C8B-B14F-4D97-AF65-F5344CB8AC3E}">
        <p14:creationId xmlns:p14="http://schemas.microsoft.com/office/powerpoint/2010/main" val="411166160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99" r:id="rId8"/>
    <p:sldLayoutId id="2147483704"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705" r:id="rId25"/>
    <p:sldLayoutId id="2147483700" r:id="rId26"/>
    <p:sldLayoutId id="2147483701" r:id="rId27"/>
    <p:sldLayoutId id="2147483702" r:id="rId28"/>
    <p:sldLayoutId id="2147483703" r:id="rId29"/>
  </p:sldLayoutIdLst>
  <p:hf hdr="0" ft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6" userDrawn="1">
          <p15:clr>
            <a:srgbClr val="F26B43"/>
          </p15:clr>
        </p15:guide>
        <p15:guide id="6"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Connecting AI Agents to Your Tools and Data</a:t>
            </a:r>
          </a:p>
          <a:p>
            <a:r>
              <a:rPr sz="1600"/>
              <a:t>Eric Greene · Xebia</a:t>
            </a:r>
          </a:p>
          <a:p>
            <a:r>
              <a:rPr sz="1600"/>
              <a:t>eric.greene@xebia.com</a:t>
            </a:r>
          </a:p>
        </p:txBody>
      </p:sp>
      <p:sp>
        <p:nvSpPr>
          <p:cNvPr id="3" name="Title 2"/>
          <p:cNvSpPr>
            <a:spLocks noGrp="1"/>
          </p:cNvSpPr>
          <p:nvPr>
            <p:ph type="title"/>
          </p:nvPr>
        </p:nvSpPr>
        <p:spPr/>
        <p:txBody>
          <a:bodyPr/>
          <a:lstStyle/>
          <a:p>
            <a:r>
              <a:t>Model Context Protocol</a:t>
            </a:r>
          </a:p>
          <a:p>
            <a:r>
              <a:t>(MCP) Explained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2000"/>
              <a:t>What MCP is, and why it exists</a:t>
            </a:r>
          </a:p>
          <a:p>
            <a:r>
              <a:rPr sz="2000"/>
              <a:t>Hosts, clients, servers, and the lifecycle</a:t>
            </a:r>
          </a:p>
          <a:p>
            <a:r>
              <a:rPr sz="2000"/>
              <a:t>Tools, resources, and prompts</a:t>
            </a:r>
          </a:p>
          <a:p>
            <a:r>
              <a:rPr sz="2000"/>
              <a:t>Ready-made servers you can use today</a:t>
            </a:r>
          </a:p>
          <a:p>
            <a:r>
              <a:rPr sz="2000"/>
              <a:t>Building a custom server in Python</a:t>
            </a:r>
          </a:p>
          <a:p>
            <a:r>
              <a:rPr sz="2000"/>
              <a:t>Security, trust boundaries, and production audits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MCP is</a:t>
            </a:r>
          </a:p>
        </p:txBody>
      </p:sp>
      <p:sp>
        <p:nvSpPr>
          <p:cNvPr id="3" name="Content Placeholder 2"/>
          <p:cNvSpPr>
            <a:spLocks noGrp="1"/>
          </p:cNvSpPr>
          <p:nvPr>
            <p:ph idx="1"/>
          </p:nvPr>
        </p:nvSpPr>
        <p:spPr/>
        <p:txBody>
          <a:bodyPr/>
          <a:lstStyle/>
          <a:p>
            <a:r>
              <a:rPr sz="2000"/>
              <a:t>An open protocol connecting AI apps to tools and data</a:t>
            </a:r>
          </a:p>
          <a:p>
            <a:r>
              <a:rPr sz="2000"/>
              <a:t>JSON-RPC 2.0 messages over stdio or HTTP</a:t>
            </a:r>
          </a:p>
          <a:p>
            <a:r>
              <a:rPr sz="2000"/>
              <a:t>Servers describe their capabilities; hosts discover them at runtime</a:t>
            </a:r>
          </a:p>
          <a:p>
            <a:r>
              <a:rPr sz="2000"/>
              <a:t>Supported across VS Code, Claude, Cursor, and more</a:t>
            </a:r>
          </a:p>
          <a:p>
            <a:r>
              <a:rPr sz="2000"/>
              <a:t>A versioned specification; </a:t>
            </a:r>
            <a:r>
              <a:rPr sz="2000">
                <a:latin typeface="Consolas"/>
              </a:rPr>
              <a:t>2026-07-28</a:t>
            </a:r>
            <a:r>
              <a:rPr sz="2000"/>
              <a:t> is current</a:t>
            </a:r>
          </a:p>
          <a:p>
            <a:r>
              <a:rPr sz="2000"/>
              <a:t>Builds on function calling rather than replacing it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MCP compares</a:t>
            </a:r>
          </a:p>
        </p:txBody>
      </p:sp>
      <p:sp>
        <p:nvSpPr>
          <p:cNvPr id="3" name="Content Placeholder 2"/>
          <p:cNvSpPr>
            <a:spLocks noGrp="1"/>
          </p:cNvSpPr>
          <p:nvPr>
            <p:ph idx="1"/>
          </p:nvPr>
        </p:nvSpPr>
        <p:spPr/>
        <p:txBody>
          <a:bodyPr/>
          <a:lstStyle/>
          <a:p>
            <a:r>
              <a:rPr sz="1600"/>
              <a:t>Every app wires up every tool itself</a:t>
            </a:r>
          </a:p>
          <a:p>
            <a:r>
              <a:rPr sz="1600"/>
              <a:t>N apps and M tools means N×M connectors</a:t>
            </a:r>
          </a:p>
        </p:txBody>
      </p:sp>
      <p:sp>
        <p:nvSpPr>
          <p:cNvPr id="4" name="Text Placeholder 3"/>
          <p:cNvSpPr>
            <a:spLocks noGrp="1"/>
          </p:cNvSpPr>
          <p:nvPr>
            <p:ph type="body" idx="11" sz="quarter"/>
          </p:nvPr>
        </p:nvSpPr>
        <p:spPr/>
        <p:txBody>
          <a:bodyPr/>
          <a:lstStyle/>
          <a:p>
            <a:r>
              <a:rPr sz="1600"/>
              <a:t>Ad-hoc integrations</a:t>
            </a:r>
          </a:p>
        </p:txBody>
      </p:sp>
      <p:sp>
        <p:nvSpPr>
          <p:cNvPr id="5" name="Content Placeholder 4"/>
          <p:cNvSpPr>
            <a:spLocks noGrp="1"/>
          </p:cNvSpPr>
          <p:nvPr>
            <p:ph idx="13"/>
          </p:nvPr>
        </p:nvSpPr>
        <p:spPr/>
        <p:txBody>
          <a:bodyPr/>
          <a:lstStyle/>
          <a:p>
            <a:r>
              <a:rPr sz="1600"/>
              <a:t>Build a server once, use it anywhere</a:t>
            </a:r>
          </a:p>
          <a:p>
            <a:r>
              <a:rPr sz="1600"/>
              <a:t>Any MCP host discovers it at runtime</a:t>
            </a:r>
          </a:p>
        </p:txBody>
      </p:sp>
      <p:sp>
        <p:nvSpPr>
          <p:cNvPr id="6" name="Text Placeholder 5"/>
          <p:cNvSpPr>
            <a:spLocks noGrp="1"/>
          </p:cNvSpPr>
          <p:nvPr>
            <p:ph type="body" idx="14" sz="quarter"/>
          </p:nvPr>
        </p:nvSpPr>
        <p:spPr/>
        <p:txBody>
          <a:bodyPr/>
          <a:lstStyle/>
          <a:p>
            <a:r>
              <a:rPr sz="1600"/>
              <a:t>MCP</a:t>
            </a:r>
          </a:p>
        </p:txBody>
      </p:sp>
      <p:sp>
        <p:nvSpPr>
          <p:cNvPr id="7" name="Content Placeholder 6"/>
          <p:cNvSpPr>
            <a:spLocks noGrp="1"/>
          </p:cNvSpPr>
          <p:nvPr>
            <p:ph idx="16"/>
          </p:nvPr>
        </p:nvSpPr>
        <p:spPr/>
        <p:txBody>
          <a:bodyPr/>
          <a:lstStyle/>
          <a:p>
            <a:r>
              <a:rPr sz="1600"/>
              <a:t>Tools defined per model API</a:t>
            </a:r>
          </a:p>
          <a:p>
            <a:r>
              <a:rPr sz="1600"/>
              <a:t>Schemas and code live inside each app</a:t>
            </a:r>
          </a:p>
        </p:txBody>
      </p:sp>
      <p:sp>
        <p:nvSpPr>
          <p:cNvPr id="8" name="Text Placeholder 7"/>
          <p:cNvSpPr>
            <a:spLocks noGrp="1"/>
          </p:cNvSpPr>
          <p:nvPr>
            <p:ph type="body" idx="17" sz="quarter"/>
          </p:nvPr>
        </p:nvSpPr>
        <p:spPr/>
        <p:txBody>
          <a:bodyPr/>
          <a:lstStyle/>
          <a:p>
            <a:r>
              <a:rPr sz="1600"/>
              <a:t>Function calling</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Hosts, clients, and servers</a:t>
            </a:r>
          </a:p>
        </p:txBody>
      </p:sp>
      <p:pic>
        <p:nvPicPr>
          <p:cNvPr id="4" name="Picture 3" descr="image.png"/>
          <p:cNvPicPr>
            <a:picLocks noChangeAspect="1"/>
          </p:cNvPicPr>
          <p:nvPr/>
        </p:nvPicPr>
        <p:blipFill>
          <a:blip r:embed="rId2"/>
          <a:srcRect t="5000" b="10000"/>
          <a:stretch>
            <a:fillRect/>
          </a:stretch>
        </p:blipFill>
        <p:spPr>
          <a:xfrm>
            <a:off x="557784" y="1691640"/>
            <a:ext cx="8859238" cy="4572000"/>
          </a:xfrm>
          <a:prstGeom prst="rect">
            <a:avLst/>
          </a:prstGeom>
        </p:spPr>
      </p:pic>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request/response lifecycle</a:t>
            </a:r>
          </a:p>
        </p:txBody>
      </p:sp>
      <p:pic>
        <p:nvPicPr>
          <p:cNvPr id="4" name="Picture 3" descr="image.png"/>
          <p:cNvPicPr>
            <a:picLocks noChangeAspect="1"/>
          </p:cNvPicPr>
          <p:nvPr/>
        </p:nvPicPr>
        <p:blipFill>
          <a:blip r:embed="rId2"/>
          <a:srcRect t="5000" b="6000"/>
          <a:stretch>
            <a:fillRect/>
          </a:stretch>
        </p:blipFill>
        <p:spPr>
          <a:xfrm>
            <a:off x="557784" y="1691640"/>
            <a:ext cx="8461070" cy="4572000"/>
          </a:xfrm>
          <a:prstGeom prst="rect">
            <a:avLst/>
          </a:prstGeom>
        </p:spPr>
      </p:pic>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Ready-made servers</a:t>
            </a:r>
          </a:p>
        </p:txBody>
      </p:sp>
      <p:sp>
        <p:nvSpPr>
          <p:cNvPr id="3" name="Content Placeholder 2"/>
          <p:cNvSpPr>
            <a:spLocks noGrp="1"/>
          </p:cNvSpPr>
          <p:nvPr>
            <p:ph idx="1"/>
          </p:nvPr>
        </p:nvSpPr>
        <p:spPr>
          <a:xfrm>
            <a:off x="554037" y="2596896"/>
            <a:ext cx="5349876" cy="3712463"/>
          </a:xfrm>
        </p:spPr>
        <p:txBody>
          <a:bodyPr/>
          <a:lstStyle/>
          <a:p>
            <a:r>
              <a:rPr sz="1600"/>
              <a:t>Filesystem: read and search project files</a:t>
            </a:r>
          </a:p>
          <a:p>
            <a:r>
              <a:rPr sz="1600"/>
              <a:t>Databases: SQLite, Postgres, and others</a:t>
            </a:r>
          </a:p>
          <a:p>
            <a:r>
              <a:rPr sz="1600"/>
              <a:t>Git: history, diffs, and branches</a:t>
            </a:r>
          </a:p>
        </p:txBody>
      </p:sp>
      <p:sp>
        <p:nvSpPr>
          <p:cNvPr id="4" name="Text Placeholder 3"/>
          <p:cNvSpPr>
            <a:spLocks noGrp="1"/>
          </p:cNvSpPr>
          <p:nvPr>
            <p:ph type="body" idx="11" sz="quarter"/>
          </p:nvPr>
        </p:nvSpPr>
        <p:spPr>
          <a:xfrm>
            <a:off x="554037" y="1975104"/>
            <a:ext cx="5349876" cy="444507"/>
          </a:xfrm>
        </p:spPr>
        <p:txBody>
          <a:bodyPr/>
          <a:lstStyle/>
          <a:p>
            <a:r>
              <a:rPr sz="1600"/>
              <a:t>Local, over stdio</a:t>
            </a:r>
          </a:p>
        </p:txBody>
      </p:sp>
      <p:sp>
        <p:nvSpPr>
          <p:cNvPr id="6" name="Content Placeholder 5"/>
          <p:cNvSpPr>
            <a:spLocks noGrp="1"/>
          </p:cNvSpPr>
          <p:nvPr>
            <p:ph idx="13"/>
          </p:nvPr>
        </p:nvSpPr>
        <p:spPr>
          <a:xfrm>
            <a:off x="6291261" y="2596896"/>
            <a:ext cx="5349876" cy="3712463"/>
          </a:xfrm>
        </p:spPr>
        <p:txBody>
          <a:bodyPr/>
          <a:lstStyle/>
          <a:p>
            <a:r>
              <a:rPr sz="1600"/>
              <a:t>GitHub: issues, pull requests, and code</a:t>
            </a:r>
          </a:p>
          <a:p>
            <a:r>
              <a:rPr sz="1600"/>
              <a:t>Microsoft Learn: current official documentation</a:t>
            </a:r>
          </a:p>
          <a:p>
            <a:r>
              <a:rPr sz="1600"/>
              <a:t>Search and SaaS servers from vendors</a:t>
            </a:r>
          </a:p>
        </p:txBody>
      </p:sp>
      <p:sp>
        <p:nvSpPr>
          <p:cNvPr id="7" name="Text Placeholder 6"/>
          <p:cNvSpPr>
            <a:spLocks noGrp="1"/>
          </p:cNvSpPr>
          <p:nvPr>
            <p:ph type="body" idx="14" sz="quarter"/>
          </p:nvPr>
        </p:nvSpPr>
        <p:spPr>
          <a:xfrm>
            <a:off x="6291261" y="1975104"/>
            <a:ext cx="5349876" cy="444507"/>
          </a:xfrm>
        </p:spPr>
        <p:txBody>
          <a:bodyPr/>
          <a:lstStyle/>
          <a:p>
            <a:r>
              <a:rPr sz="1600"/>
              <a:t>Hosted, over HTTP</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1: Meet MCP</a:t>
            </a:r>
          </a:p>
        </p:txBody>
      </p:sp>
      <p:sp>
        <p:nvSpPr>
          <p:cNvPr id="3" name="Content Placeholder 2"/>
          <p:cNvSpPr>
            <a:spLocks noGrp="1"/>
          </p:cNvSpPr>
          <p:nvPr>
            <p:ph idx="1"/>
          </p:nvPr>
        </p:nvSpPr>
        <p:spPr/>
        <p:txBody>
          <a:bodyPr/>
          <a:lstStyle/>
          <a:p>
            <a:r>
              <a:rPr sz="1600"/>
              <a:t>demos/01-meet-mcp · about 16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resources, and prompts</a:t>
            </a:r>
          </a:p>
        </p:txBody>
      </p:sp>
      <p:sp>
        <p:nvSpPr>
          <p:cNvPr id="3" name="Content Placeholder 2"/>
          <p:cNvSpPr>
            <a:spLocks noGrp="1"/>
          </p:cNvSpPr>
          <p:nvPr>
            <p:ph idx="1"/>
          </p:nvPr>
        </p:nvSpPr>
        <p:spPr/>
        <p:txBody>
          <a:bodyPr/>
          <a:lstStyle/>
          <a:p>
            <a:r>
              <a:rPr sz="1600"/>
              <a:t>Actions the model decides to call</a:t>
            </a:r>
          </a:p>
          <a:p>
            <a:r>
              <a:rPr sz="1600">
                <a:latin typeface="Consolas"/>
              </a:rPr>
              <a:t>search_services</a:t>
            </a:r>
            <a:r>
              <a:rPr sz="1600"/>
              <a:t>, </a:t>
            </a:r>
            <a:r>
              <a:rPr sz="1600">
                <a:latin typeface="Consolas"/>
              </a:rPr>
              <a:t>create_incident</a:t>
            </a:r>
          </a:p>
        </p:txBody>
      </p:sp>
      <p:sp>
        <p:nvSpPr>
          <p:cNvPr id="4" name="Text Placeholder 3"/>
          <p:cNvSpPr>
            <a:spLocks noGrp="1"/>
          </p:cNvSpPr>
          <p:nvPr>
            <p:ph type="body" idx="11" sz="quarter"/>
          </p:nvPr>
        </p:nvSpPr>
        <p:spPr/>
        <p:txBody>
          <a:bodyPr/>
          <a:lstStyle/>
          <a:p>
            <a:r>
              <a:rPr sz="1600"/>
              <a:t>Tools</a:t>
            </a:r>
          </a:p>
        </p:txBody>
      </p:sp>
      <p:sp>
        <p:nvSpPr>
          <p:cNvPr id="5" name="Content Placeholder 4"/>
          <p:cNvSpPr>
            <a:spLocks noGrp="1"/>
          </p:cNvSpPr>
          <p:nvPr>
            <p:ph idx="13"/>
          </p:nvPr>
        </p:nvSpPr>
        <p:spPr/>
        <p:txBody>
          <a:bodyPr/>
          <a:lstStyle/>
          <a:p>
            <a:r>
              <a:rPr sz="1600"/>
              <a:t>Templates the user chooses to run</a:t>
            </a:r>
          </a:p>
          <a:p>
            <a:r>
              <a:rPr sz="1600">
                <a:latin typeface="Consolas"/>
              </a:rPr>
              <a:t>incident_briefing</a:t>
            </a:r>
            <a:r>
              <a:rPr sz="1600"/>
              <a:t>, </a:t>
            </a:r>
            <a:r>
              <a:rPr sz="1600">
                <a:latin typeface="Consolas"/>
              </a:rPr>
              <a:t>team_onboarding</a:t>
            </a:r>
          </a:p>
        </p:txBody>
      </p:sp>
      <p:sp>
        <p:nvSpPr>
          <p:cNvPr id="6" name="Text Placeholder 5"/>
          <p:cNvSpPr>
            <a:spLocks noGrp="1"/>
          </p:cNvSpPr>
          <p:nvPr>
            <p:ph type="body" idx="14" sz="quarter"/>
          </p:nvPr>
        </p:nvSpPr>
        <p:spPr/>
        <p:txBody>
          <a:bodyPr/>
          <a:lstStyle/>
          <a:p>
            <a:r>
              <a:rPr sz="1600"/>
              <a:t>Prompts</a:t>
            </a:r>
          </a:p>
        </p:txBody>
      </p:sp>
      <p:sp>
        <p:nvSpPr>
          <p:cNvPr id="7" name="Content Placeholder 6"/>
          <p:cNvSpPr>
            <a:spLocks noGrp="1"/>
          </p:cNvSpPr>
          <p:nvPr>
            <p:ph idx="16"/>
          </p:nvPr>
        </p:nvSpPr>
        <p:spPr/>
        <p:txBody>
          <a:bodyPr/>
          <a:lstStyle/>
          <a:p>
            <a:r>
              <a:rPr sz="1600"/>
              <a:t>Context the user or host attaches</a:t>
            </a:r>
          </a:p>
          <a:p>
            <a:r>
              <a:rPr sz="1600">
                <a:latin typeface="Consolas"/>
              </a:rPr>
              <a:t>catalog://teams</a:t>
            </a:r>
            <a:r>
              <a:rPr sz="1600"/>
              <a:t>, service runbooks</a:t>
            </a:r>
          </a:p>
        </p:txBody>
      </p:sp>
      <p:sp>
        <p:nvSpPr>
          <p:cNvPr id="8" name="Text Placeholder 7"/>
          <p:cNvSpPr>
            <a:spLocks noGrp="1"/>
          </p:cNvSpPr>
          <p:nvPr>
            <p:ph type="body" idx="17" sz="quarter"/>
          </p:nvPr>
        </p:nvSpPr>
        <p:spPr/>
        <p:txBody>
          <a:bodyPr/>
          <a:lstStyle/>
          <a:p>
            <a:r>
              <a:rPr sz="1600"/>
              <a:t>Resources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the right primitive</a:t>
            </a:r>
          </a:p>
        </p:txBody>
      </p:sp>
      <p:sp>
        <p:nvSpPr>
          <p:cNvPr id="3" name="Content Placeholder 2"/>
          <p:cNvSpPr>
            <a:spLocks noGrp="1"/>
          </p:cNvSpPr>
          <p:nvPr>
            <p:ph idx="1"/>
          </p:nvPr>
        </p:nvSpPr>
        <p:spPr>
          <a:xfrm>
            <a:off x="554037" y="2596896"/>
            <a:ext cx="5349876" cy="3712463"/>
          </a:xfrm>
        </p:spPr>
        <p:txBody>
          <a:bodyPr/>
          <a:lstStyle/>
          <a:p>
            <a:r>
              <a:rPr sz="1600"/>
              <a:t>The model should decide when it's needed</a:t>
            </a:r>
          </a:p>
          <a:p>
            <a:r>
              <a:rPr sz="1600"/>
              <a:t>It takes arguments or changes something</a:t>
            </a:r>
          </a:p>
          <a:p>
            <a:r>
              <a:rPr sz="1600"/>
              <a:t>The answer depends on the question</a:t>
            </a:r>
          </a:p>
        </p:txBody>
      </p:sp>
      <p:sp>
        <p:nvSpPr>
          <p:cNvPr id="4" name="Text Placeholder 3"/>
          <p:cNvSpPr>
            <a:spLocks noGrp="1"/>
          </p:cNvSpPr>
          <p:nvPr>
            <p:ph type="body" idx="11" sz="quarter"/>
          </p:nvPr>
        </p:nvSpPr>
        <p:spPr>
          <a:xfrm>
            <a:off x="554037" y="1975104"/>
            <a:ext cx="5349876" cy="444507"/>
          </a:xfrm>
        </p:spPr>
        <p:txBody>
          <a:bodyPr/>
          <a:lstStyle/>
          <a:p>
            <a:r>
              <a:rPr sz="1600"/>
              <a:t>Make it a tool when</a:t>
            </a:r>
          </a:p>
        </p:txBody>
      </p:sp>
      <p:sp>
        <p:nvSpPr>
          <p:cNvPr id="6" name="Content Placeholder 5"/>
          <p:cNvSpPr>
            <a:spLocks noGrp="1"/>
          </p:cNvSpPr>
          <p:nvPr>
            <p:ph idx="13"/>
          </p:nvPr>
        </p:nvSpPr>
        <p:spPr>
          <a:xfrm>
            <a:off x="6291261" y="2596896"/>
            <a:ext cx="5349876" cy="3712463"/>
          </a:xfrm>
        </p:spPr>
        <p:txBody>
          <a:bodyPr/>
          <a:lstStyle/>
          <a:p>
            <a:r>
              <a:rPr sz="1600"/>
              <a:t>The user knows which context matters</a:t>
            </a:r>
          </a:p>
          <a:p>
            <a:r>
              <a:rPr sz="1600"/>
              <a:t>It's a document, not an action</a:t>
            </a:r>
          </a:p>
          <a:p>
            <a:r>
              <a:rPr sz="1600"/>
              <a:t>A team wants one repeatable workflow</a:t>
            </a:r>
          </a:p>
        </p:txBody>
      </p:sp>
      <p:sp>
        <p:nvSpPr>
          <p:cNvPr id="7" name="Text Placeholder 6"/>
          <p:cNvSpPr>
            <a:spLocks noGrp="1"/>
          </p:cNvSpPr>
          <p:nvPr>
            <p:ph type="body" idx="14" sz="quarter"/>
          </p:nvPr>
        </p:nvSpPr>
        <p:spPr>
          <a:xfrm>
            <a:off x="6291261" y="1975104"/>
            <a:ext cx="5349876" cy="444507"/>
          </a:xfrm>
        </p:spPr>
        <p:txBody>
          <a:bodyPr/>
          <a:lstStyle/>
          <a:p>
            <a:r>
              <a:rPr sz="1600"/>
              <a:t>Make it a resource or prompt when</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tool in a few lines of Python</a:t>
            </a:r>
          </a:p>
        </p:txBody>
      </p:sp>
      <p:sp>
        <p:nvSpPr>
          <p:cNvPr id="3" name="Content Placeholder 2"/>
          <p:cNvSpPr>
            <a:spLocks noGrp="1"/>
          </p:cNvSpPr>
          <p:nvPr>
            <p:ph idx="1"/>
          </p:nvPr>
        </p:nvSpPr>
        <p:spPr/>
        <p:txBody>
          <a:bodyPr/>
          <a:lstStyle/>
          <a:p>
            <a:pPr marL="0" indent="0">
              <a:buNone/>
            </a:pPr>
            <a:r>
              <a:rPr sz="1800">
                <a:latin typeface="Consolas"/>
              </a:rPr>
              <a:t>from mcp.server import MCPServer</a:t>
            </a:r>
          </a:p>
          <a:p>
            <a:pPr marL="0" indent="0">
              <a:buNone/>
            </a:pPr>
            <a:r>
              <a:rPr sz="1800">
                <a:latin typeface="Consolas"/>
              </a:rPr>
              <a:t> </a:t>
            </a:r>
          </a:p>
          <a:p>
            <a:pPr marL="0" indent="0">
              <a:buNone/>
            </a:pPr>
            <a:r>
              <a:rPr sz="1800">
                <a:latin typeface="Consolas"/>
              </a:rPr>
              <a:t>mcp = MCPServer("service-catalog")</a:t>
            </a:r>
          </a:p>
          <a:p>
            <a:pPr marL="0" indent="0">
              <a:buNone/>
            </a:pPr>
            <a:r>
              <a:rPr sz="1800">
                <a:latin typeface="Consolas"/>
              </a:rPr>
              <a:t> </a:t>
            </a:r>
          </a:p>
          <a:p>
            <a:pPr marL="0" indent="0">
              <a:buNone/>
            </a:pPr>
            <a:r>
              <a:rPr sz="1800">
                <a:latin typeface="Consolas"/>
              </a:rPr>
              <a:t>@mcp.tool(annotations=READ_ONLY)</a:t>
            </a:r>
          </a:p>
          <a:p>
            <a:pPr marL="0" indent="0">
              <a:buNone/>
            </a:pPr>
            <a:r>
              <a:rPr sz="1800">
                <a:latin typeface="Consolas"/>
              </a:rPr>
              <a:t>def get_service(name: str) -&gt; Service:</a:t>
            </a:r>
          </a:p>
          <a:p>
            <a:pPr marL="0" indent="0">
              <a:buNone/>
            </a:pPr>
            <a:r>
              <a:rPr sz="1800">
                <a:latin typeface="Consolas"/>
              </a:rPr>
              <a:t>    """Owner, on-call, and dependencies."""</a:t>
            </a:r>
          </a:p>
          <a:p>
            <a:pPr marL="0" indent="0">
              <a:buNone/>
            </a:pPr>
            <a:r>
              <a:rPr sz="1800">
                <a:latin typeface="Consolas"/>
              </a:rPr>
              <a:t>    return catalog_db.get_service(name)</a:t>
            </a:r>
          </a:p>
          <a:p>
            <a:pPr marL="0" indent="0">
              <a:buNone/>
            </a:pPr>
            <a:r>
              <a:rPr sz="1800">
                <a:latin typeface="Consolas"/>
              </a:rPr>
              <a:t> </a:t>
            </a:r>
          </a:p>
          <a:p>
            <a:pPr marL="0" indent="0">
              <a:buNone/>
            </a:pPr>
            <a:r>
              <a:rPr sz="1800">
                <a:latin typeface="Consolas"/>
              </a:rPr>
              <a:t>mcp.run(transport="stdio")</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2: A custom server over stdio</a:t>
            </a:r>
          </a:p>
        </p:txBody>
      </p:sp>
      <p:sp>
        <p:nvSpPr>
          <p:cNvPr id="3" name="Content Placeholder 2"/>
          <p:cNvSpPr>
            <a:spLocks noGrp="1"/>
          </p:cNvSpPr>
          <p:nvPr>
            <p:ph idx="1"/>
          </p:nvPr>
        </p:nvSpPr>
        <p:spPr/>
        <p:txBody>
          <a:bodyPr/>
          <a:lstStyle/>
          <a:p>
            <a:r>
              <a:rPr sz="1600"/>
              <a:t>demos/02-custom-server-stdio · about 18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stdio or Streamable HTTP</a:t>
            </a:r>
          </a:p>
        </p:txBody>
      </p:sp>
      <p:sp>
        <p:nvSpPr>
          <p:cNvPr id="3" name="Content Placeholder 2"/>
          <p:cNvSpPr>
            <a:spLocks noGrp="1"/>
          </p:cNvSpPr>
          <p:nvPr>
            <p:ph idx="1"/>
          </p:nvPr>
        </p:nvSpPr>
        <p:spPr>
          <a:xfrm>
            <a:off x="554037" y="2596896"/>
            <a:ext cx="5349876" cy="3712463"/>
          </a:xfrm>
        </p:spPr>
        <p:txBody>
          <a:bodyPr/>
          <a:lstStyle/>
          <a:p>
            <a:pPr marL="0" indent="0">
              <a:buNone/>
            </a:pPr>
            <a:r>
              <a:rPr sz="1600">
                <a:latin typeface="Consolas"/>
              </a:rPr>
              <a:t># server.py</a:t>
            </a:r>
          </a:p>
          <a:p>
            <a:pPr marL="0" indent="0">
              <a:buNone/>
            </a:pPr>
            <a:r>
              <a:rPr sz="1600">
                <a:latin typeface="Consolas"/>
              </a:rPr>
              <a:t>mcp.run(transport="stdio")</a:t>
            </a:r>
          </a:p>
          <a:p>
            <a:pPr marL="0" indent="0">
              <a:buNone/>
            </a:pPr>
            <a:r>
              <a:rPr sz="1600">
                <a:latin typeface="Consolas"/>
              </a:rPr>
              <a:t> </a:t>
            </a:r>
          </a:p>
          <a:p>
            <a:pPr marL="0" indent="0">
              <a:buNone/>
            </a:pPr>
            <a:r>
              <a:rPr sz="1600">
                <a:latin typeface="Consolas"/>
              </a:rPr>
              <a:t> </a:t>
            </a:r>
          </a:p>
          <a:p>
            <a:pPr marL="0" indent="0">
              <a:buNone/>
            </a:pPr>
            <a:r>
              <a:rPr sz="1600">
                <a:latin typeface="Consolas"/>
              </a:rPr>
              <a:t># .vscode/mcp.json</a:t>
            </a:r>
          </a:p>
          <a:p>
            <a:pPr marL="0" indent="0">
              <a:buNone/>
            </a:pPr>
            <a:r>
              <a:rPr sz="1600">
                <a:latin typeface="Consolas"/>
              </a:rPr>
              <a:t>"type": "stdio",</a:t>
            </a:r>
          </a:p>
          <a:p>
            <a:pPr marL="0" indent="0">
              <a:buNone/>
            </a:pPr>
            <a:r>
              <a:rPr sz="1600">
                <a:latin typeface="Consolas"/>
              </a:rPr>
              <a:t>"command": "uv",</a:t>
            </a:r>
          </a:p>
          <a:p>
            <a:pPr marL="0" indent="0">
              <a:buNone/>
            </a:pPr>
            <a:r>
              <a:rPr sz="1600">
                <a:latin typeface="Consolas"/>
              </a:rPr>
              <a:t>"args": ["run", "server.py"]</a:t>
            </a:r>
          </a:p>
        </p:txBody>
      </p:sp>
      <p:sp>
        <p:nvSpPr>
          <p:cNvPr id="4" name="Text Placeholder 3"/>
          <p:cNvSpPr>
            <a:spLocks noGrp="1"/>
          </p:cNvSpPr>
          <p:nvPr>
            <p:ph type="body" idx="11" sz="quarter"/>
          </p:nvPr>
        </p:nvSpPr>
        <p:spPr>
          <a:xfrm>
            <a:off x="554037" y="1975104"/>
            <a:ext cx="5349876" cy="444507"/>
          </a:xfrm>
        </p:spPr>
        <p:txBody>
          <a:bodyPr/>
          <a:lstStyle/>
          <a:p>
            <a:r>
              <a:rPr sz="1600"/>
              <a:t>stdio: the host starts the server</a:t>
            </a:r>
          </a:p>
        </p:txBody>
      </p:sp>
      <p:sp>
        <p:nvSpPr>
          <p:cNvPr id="6" name="Content Placeholder 5"/>
          <p:cNvSpPr>
            <a:spLocks noGrp="1"/>
          </p:cNvSpPr>
          <p:nvPr>
            <p:ph idx="13"/>
          </p:nvPr>
        </p:nvSpPr>
        <p:spPr>
          <a:xfrm>
            <a:off x="6291261" y="2596896"/>
            <a:ext cx="5349876" cy="3712463"/>
          </a:xfrm>
        </p:spPr>
        <p:txBody>
          <a:bodyPr/>
          <a:lstStyle/>
          <a:p>
            <a:pPr marL="0" indent="0">
              <a:buNone/>
            </a:pPr>
            <a:r>
              <a:rPr sz="1600">
                <a:latin typeface="Consolas"/>
              </a:rPr>
              <a:t># http_server.py</a:t>
            </a:r>
          </a:p>
          <a:p>
            <a:pPr marL="0" indent="0">
              <a:buNone/>
            </a:pPr>
            <a:r>
              <a:rPr sz="1600">
                <a:latin typeface="Consolas"/>
              </a:rPr>
              <a:t>mcp.run(transport="streamable-http",</a:t>
            </a:r>
          </a:p>
          <a:p>
            <a:pPr marL="0" indent="0">
              <a:buNone/>
            </a:pPr>
            <a:r>
              <a:rPr sz="1600">
                <a:latin typeface="Consolas"/>
              </a:rPr>
              <a:t>        host="127.0.0.1", port=8765)</a:t>
            </a:r>
          </a:p>
          <a:p>
            <a:pPr marL="0" indent="0">
              <a:buNone/>
            </a:pPr>
            <a:r>
              <a:rPr sz="1600">
                <a:latin typeface="Consolas"/>
              </a:rPr>
              <a:t> </a:t>
            </a:r>
          </a:p>
          <a:p>
            <a:pPr marL="0" indent="0">
              <a:buNone/>
            </a:pPr>
            <a:r>
              <a:rPr sz="1600">
                <a:latin typeface="Consolas"/>
              </a:rPr>
              <a:t># .vscode/mcp.json</a:t>
            </a:r>
          </a:p>
          <a:p>
            <a:pPr marL="0" indent="0">
              <a:buNone/>
            </a:pPr>
            <a:r>
              <a:rPr sz="1600">
                <a:latin typeface="Consolas"/>
              </a:rPr>
              <a:t>"type": "http",</a:t>
            </a:r>
          </a:p>
          <a:p>
            <a:pPr marL="0" indent="0">
              <a:buNone/>
            </a:pPr>
            <a:r>
              <a:rPr sz="1600">
                <a:latin typeface="Consolas"/>
              </a:rPr>
              <a:t>"url": "http://127.0.0.1:8765/mcp"</a:t>
            </a:r>
          </a:p>
        </p:txBody>
      </p:sp>
      <p:sp>
        <p:nvSpPr>
          <p:cNvPr id="7" name="Text Placeholder 6"/>
          <p:cNvSpPr>
            <a:spLocks noGrp="1"/>
          </p:cNvSpPr>
          <p:nvPr>
            <p:ph type="body" idx="14" sz="quarter"/>
          </p:nvPr>
        </p:nvSpPr>
        <p:spPr>
          <a:xfrm>
            <a:off x="6291261" y="1975104"/>
            <a:ext cx="5349876" cy="444507"/>
          </a:xfrm>
        </p:spPr>
        <p:txBody>
          <a:bodyPr/>
          <a:lstStyle/>
          <a:p>
            <a:r>
              <a:rPr sz="1600"/>
              <a:t>Streamable HTTP: the server runs at a URL</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3: The same server over HTTP</a:t>
            </a:r>
          </a:p>
        </p:txBody>
      </p:sp>
      <p:sp>
        <p:nvSpPr>
          <p:cNvPr id="3" name="Content Placeholder 2"/>
          <p:cNvSpPr>
            <a:spLocks noGrp="1"/>
          </p:cNvSpPr>
          <p:nvPr>
            <p:ph idx="1"/>
          </p:nvPr>
        </p:nvSpPr>
        <p:spPr/>
        <p:txBody>
          <a:bodyPr/>
          <a:lstStyle/>
          <a:p>
            <a:r>
              <a:rPr sz="1600"/>
              <a:t>demos/03-streamable-http · about 16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trust boundaries are</a:t>
            </a:r>
          </a:p>
        </p:txBody>
      </p:sp>
      <p:sp>
        <p:nvSpPr>
          <p:cNvPr id="3" name="Content Placeholder 2"/>
          <p:cNvSpPr>
            <a:spLocks noGrp="1"/>
          </p:cNvSpPr>
          <p:nvPr>
            <p:ph idx="1"/>
          </p:nvPr>
        </p:nvSpPr>
        <p:spPr/>
        <p:txBody>
          <a:bodyPr/>
          <a:lstStyle/>
          <a:p>
            <a:r>
              <a:rPr sz="1600"/>
              <a:t>Reads every tool description as guidance</a:t>
            </a:r>
          </a:p>
          <a:p>
            <a:r>
              <a:rPr sz="1600"/>
              <a:t>Can be steered by injected text</a:t>
            </a:r>
          </a:p>
        </p:txBody>
      </p:sp>
      <p:sp>
        <p:nvSpPr>
          <p:cNvPr id="4" name="Text Placeholder 3"/>
          <p:cNvSpPr>
            <a:spLocks noGrp="1"/>
          </p:cNvSpPr>
          <p:nvPr>
            <p:ph type="body" idx="11" sz="quarter"/>
          </p:nvPr>
        </p:nvSpPr>
        <p:spPr/>
        <p:txBody>
          <a:bodyPr/>
          <a:lstStyle/>
          <a:p>
            <a:r>
              <a:rPr sz="1600"/>
              <a:t>Model</a:t>
            </a:r>
          </a:p>
        </p:txBody>
      </p:sp>
      <p:sp>
        <p:nvSpPr>
          <p:cNvPr id="5" name="Content Placeholder 4"/>
          <p:cNvSpPr>
            <a:spLocks noGrp="1"/>
          </p:cNvSpPr>
          <p:nvPr>
            <p:ph idx="13"/>
          </p:nvPr>
        </p:nvSpPr>
        <p:spPr/>
        <p:txBody>
          <a:bodyPr/>
          <a:lstStyle/>
          <a:p>
            <a:r>
              <a:rPr sz="1600"/>
              <a:t>Runs code with your permissions</a:t>
            </a:r>
          </a:p>
          <a:p>
            <a:r>
              <a:rPr sz="1600"/>
              <a:t>Reaches your files, data, and networks</a:t>
            </a:r>
          </a:p>
        </p:txBody>
      </p:sp>
      <p:sp>
        <p:nvSpPr>
          <p:cNvPr id="6" name="Text Placeholder 5"/>
          <p:cNvSpPr>
            <a:spLocks noGrp="1"/>
          </p:cNvSpPr>
          <p:nvPr>
            <p:ph type="body" idx="14" sz="quarter"/>
          </p:nvPr>
        </p:nvSpPr>
        <p:spPr/>
        <p:txBody>
          <a:bodyPr/>
          <a:lstStyle/>
          <a:p>
            <a:r>
              <a:rPr sz="1600"/>
              <a:t>Server</a:t>
            </a:r>
          </a:p>
        </p:txBody>
      </p:sp>
      <p:sp>
        <p:nvSpPr>
          <p:cNvPr id="7" name="Content Placeholder 6"/>
          <p:cNvSpPr>
            <a:spLocks noGrp="1"/>
          </p:cNvSpPr>
          <p:nvPr>
            <p:ph idx="16"/>
          </p:nvPr>
        </p:nvSpPr>
        <p:spPr/>
        <p:txBody>
          <a:bodyPr/>
          <a:lstStyle/>
          <a:p>
            <a:r>
              <a:rPr sz="1600"/>
              <a:t>Approves calls and shows their arguments</a:t>
            </a:r>
          </a:p>
          <a:p>
            <a:r>
              <a:rPr sz="1600"/>
              <a:t>Decides which servers are connected</a:t>
            </a:r>
          </a:p>
        </p:txBody>
      </p:sp>
      <p:sp>
        <p:nvSpPr>
          <p:cNvPr id="8" name="Text Placeholder 7"/>
          <p:cNvSpPr>
            <a:spLocks noGrp="1"/>
          </p:cNvSpPr>
          <p:nvPr>
            <p:ph type="body" idx="17" sz="quarter"/>
          </p:nvPr>
        </p:nvSpPr>
        <p:spPr/>
        <p:txBody>
          <a:bodyPr/>
          <a:lstStyle/>
          <a:p>
            <a:r>
              <a:rPr sz="1600"/>
              <a:t>Host</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bg2"/>
                </a:solidFill>
              </a:defRPr>
            </a:lvl1pPr>
          </a:lstStyle>
          <a:p>
            <a:fld id="{4EE75B84-B7E0-4C4B-AC9D-894B0C074E7C}" type="slidenum">
              <a:rPr lang="en-PL" smtClean="0"/>
              <a:pPr/>
              <a:t>‹#›</a:t>
            </a:fld>
            <a:endParaRPr lang="en-PL"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to plan for</a:t>
            </a:r>
          </a:p>
        </p:txBody>
      </p:sp>
      <p:sp>
        <p:nvSpPr>
          <p:cNvPr id="3" name="Content Placeholder 2"/>
          <p:cNvSpPr>
            <a:spLocks noGrp="1"/>
          </p:cNvSpPr>
          <p:nvPr>
            <p:ph idx="1"/>
          </p:nvPr>
        </p:nvSpPr>
        <p:spPr/>
        <p:txBody>
          <a:bodyPr/>
          <a:lstStyle/>
          <a:p>
            <a:r>
              <a:rPr sz="2000"/>
              <a:t>Tool poisoning: instructions hidden in tool descriptions</a:t>
            </a:r>
          </a:p>
          <a:p>
            <a:r>
              <a:rPr sz="2000"/>
              <a:t>Prompt injection through documents, issues, and web pages</a:t>
            </a:r>
          </a:p>
          <a:p>
            <a:r>
              <a:rPr sz="2000"/>
              <a:t>Over-broad access: wide roots, tokens, and write tools</a:t>
            </a:r>
          </a:p>
          <a:p>
            <a:r>
              <a:rPr sz="2000"/>
              <a:t>Raw query tools that run whatever the model writes</a:t>
            </a:r>
          </a:p>
          <a:p>
            <a:r>
              <a:rPr sz="2000"/>
              <a:t>Server updates that change tools after approval</a:t>
            </a:r>
          </a:p>
          <a:p>
            <a:r>
              <a:rPr sz="2000"/>
              <a:t>HTTP servers exposed without auth or Host checks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Audit before production</a:t>
            </a:r>
          </a:p>
        </p:txBody>
      </p:sp>
      <p:sp>
        <p:nvSpPr>
          <p:cNvPr id="3" name="Content Placeholder 2"/>
          <p:cNvSpPr>
            <a:spLocks noGrp="1"/>
          </p:cNvSpPr>
          <p:nvPr>
            <p:ph idx="1"/>
          </p:nvPr>
        </p:nvSpPr>
        <p:spPr/>
        <p:txBody>
          <a:bodyPr/>
          <a:lstStyle/>
          <a:p>
            <a:r>
              <a:rPr sz="2000"/>
              <a:t>Read every tool description, and pin server versions</a:t>
            </a:r>
          </a:p>
          <a:p>
            <a:r>
              <a:rPr sz="2000"/>
              <a:t>Grant the narrowest root, scopes, and toolsets</a:t>
            </a:r>
          </a:p>
          <a:p>
            <a:r>
              <a:rPr sz="2000"/>
              <a:t>Prefer read-only endpoints and parameterized tools</a:t>
            </a:r>
          </a:p>
          <a:p>
            <a:r>
              <a:rPr sz="2000"/>
              <a:t>Keep approvals on for anything that writes</a:t>
            </a:r>
          </a:p>
          <a:p>
            <a:r>
              <a:rPr sz="2000"/>
              <a:t>Require OAuth, and bind HTTP servers narrowly</a:t>
            </a:r>
          </a:p>
          <a:p>
            <a:r>
              <a:rPr sz="2000"/>
              <a:t>Log tool calls so you can review them</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4: Security and trust boundaries</a:t>
            </a:r>
          </a:p>
        </p:txBody>
      </p:sp>
      <p:sp>
        <p:nvSpPr>
          <p:cNvPr id="3" name="Content Placeholder 2"/>
          <p:cNvSpPr>
            <a:spLocks noGrp="1"/>
          </p:cNvSpPr>
          <p:nvPr>
            <p:ph idx="1"/>
          </p:nvPr>
        </p:nvSpPr>
        <p:spPr/>
        <p:txBody>
          <a:bodyPr/>
          <a:lstStyle/>
          <a:p>
            <a:r>
              <a:rPr sz="1600"/>
              <a:t>demos/04-security · about 20 minutes</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lvl1pPr>
              <a:defRPr>
                <a:solidFill>
                  <a:schemeClr val="accent5"/>
                </a:solidFill>
              </a:defRPr>
            </a:lvl1pPr>
          </a:lstStyle>
          <a:p>
            <a:fld id="{4EE75B84-B7E0-4C4B-AC9D-894B0C074E7C}" type="slidenum">
              <a:rPr lang="en-PL" smtClean="0"/>
              <a:pPr/>
              <a:t>‹#›</a:t>
            </a:fld>
            <a:endParaRPr lang="en-PL"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sz="2000"/>
              <a:t>Clone the repo and run the four demos</a:t>
            </a:r>
          </a:p>
          <a:p>
            <a:r>
              <a:rPr sz="2000"/>
              <a:t>Connect one ready-made server to your daily work</a:t>
            </a:r>
          </a:p>
          <a:p>
            <a:r>
              <a:rPr sz="2000"/>
              <a:t>Wrap one internal API as a small MCP server</a:t>
            </a:r>
          </a:p>
          <a:p>
            <a:r>
              <a:rPr sz="2000"/>
              <a:t>Adapt the repo's review checklist for your team</a:t>
            </a:r>
          </a:p>
          <a:p>
            <a:r>
              <a:rPr sz="2000"/>
              <a:t>Follow the specification changelog; it moves quickly</a:t>
            </a:r>
          </a:p>
        </p:txBody>
      </p:sp>
      <p:sp>
        <p:nvSpPr>
          <p:cNvPr id="3" name="Slide Number Placeholder 2">
            <a:extLst>
              <a:ext uri="{FF2B5EF4-FFF2-40B4-BE49-F238E27FC236}">
                <a16:creationId xmlns:a16="http://schemas.microsoft.com/office/drawing/2014/main" id="{19499901-7039-A0DA-0378-0454A496E8FB}"/>
              </a:ext>
            </a:extLst>
          </p:cNvPr>
          <p:cNvSpPr>
            <a:spLocks noGrp="1"/>
          </p:cNvSpPr>
          <p:nvPr>
            <p:ph type="sldNum" sz="quarter" idx="10"/>
          </p:nvPr>
        </p:nvSpPr>
        <p:spPr/>
        <p:txBody>
          <a:bodyPr/>
          <a:lstStyle/>
          <a:p>
            <a:fld id="{4EE75B84-B7E0-4C4B-AC9D-894B0C074E7C}" type="slidenum">
              <a:rPr lang="en-PL" smtClean="0"/>
              <a:pPr/>
              <a:t>‹#›</a:t>
            </a:fld>
            <a:endParaRPr lang="en-PL"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sz="1600"/>
              <a:t>Eric Greene · Xebia</a:t>
            </a:r>
          </a:p>
          <a:p>
            <a:r>
              <a:rPr sz="1600"/>
              <a:t>eric.greene@xebia.com</a:t>
            </a:r>
          </a:p>
        </p:txBody>
      </p:sp>
      <p:sp>
        <p:nvSpPr>
          <p:cNvPr id="3" name="Title 2"/>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Custom Design">
  <a:themeElements>
    <a:clrScheme name="Xebia">
      <a:dk1>
        <a:srgbClr val="595959"/>
      </a:dk1>
      <a:lt1>
        <a:srgbClr val="FFFFFF"/>
      </a:lt1>
      <a:dk2>
        <a:srgbClr val="6C1D5F"/>
      </a:dk2>
      <a:lt2>
        <a:srgbClr val="E7E6E6"/>
      </a:lt2>
      <a:accent1>
        <a:srgbClr val="491E47"/>
      </a:accent1>
      <a:accent2>
        <a:srgbClr val="5C4F61"/>
      </a:accent2>
      <a:accent3>
        <a:srgbClr val="9D92B2"/>
      </a:accent3>
      <a:accent4>
        <a:srgbClr val="F7F8FC"/>
      </a:accent4>
      <a:accent5>
        <a:srgbClr val="A1A1A1"/>
      </a:accent5>
      <a:accent6>
        <a:srgbClr val="222222"/>
      </a:accent6>
      <a:hlink>
        <a:srgbClr val="06A99C"/>
      </a:hlink>
      <a:folHlink>
        <a:srgbClr val="FF61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D0CF30C0-046A-754F-8837-E9AE9AAB34A8}" vid="{063F94BA-A1EB-EC42-BDF6-3BAE2419E3B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429cfea-3f0d-4981-afe7-a053f7e299d1" xsi:nil="true"/>
    <lcf76f155ced4ddcb4097134ff3c332f xmlns="0e9c8240-0719-4f83-aadb-247aaf4e8de8">
      <Terms xmlns="http://schemas.microsoft.com/office/infopath/2007/PartnerControls"/>
    </lcf76f155ced4ddcb4097134ff3c332f>
    <SharedWithUsers xmlns="5429cfea-3f0d-4981-afe7-a053f7e299d1">
      <UserInfo>
        <DisplayName>Mark van Holsteijn</DisplayName>
        <AccountId>176</AccountId>
        <AccountType/>
      </UserInfo>
      <UserInfo>
        <DisplayName>Helen George</DisplayName>
        <AccountId>100</AccountId>
        <AccountType/>
      </UserInfo>
      <UserInfo>
        <DisplayName>SharingLinks.63f329ba-d967-4e2d-9e73-8049d22482e0.Flexible.425a05da-91c8-4f83-93c3-8c09d042b607</DisplayName>
        <AccountId>34</AccountId>
        <AccountType/>
      </UserInfo>
      <UserInfo>
        <DisplayName>Vivian Andringa</DisplayName>
        <AccountId>120</AccountId>
        <AccountType/>
      </UserInfo>
      <UserInfo>
        <DisplayName>Keith Landis</DisplayName>
        <AccountId>70</AccountId>
        <AccountType/>
      </UserInfo>
      <UserInfo>
        <DisplayName>Maureen Elsberry</DisplayName>
        <AccountId>44</AccountId>
        <AccountType/>
      </UserInfo>
      <UserInfo>
        <DisplayName>Israel Barriga</DisplayName>
        <AccountId>89</AccountId>
        <AccountType/>
      </UserInfo>
      <UserInfo>
        <DisplayName>Vivian Andringa</DisplayName>
        <AccountId>112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E81B3CF7ADF648A6EB7541842D17A0" ma:contentTypeVersion="15" ma:contentTypeDescription="Een nieuw document maken." ma:contentTypeScope="" ma:versionID="81c1c1ccc732741dd2d37df4029929c0">
  <xsd:schema xmlns:xsd="http://www.w3.org/2001/XMLSchema" xmlns:xs="http://www.w3.org/2001/XMLSchema" xmlns:p="http://schemas.microsoft.com/office/2006/metadata/properties" xmlns:ns2="0e9c8240-0719-4f83-aadb-247aaf4e8de8" xmlns:ns3="5429cfea-3f0d-4981-afe7-a053f7e299d1" targetNamespace="http://schemas.microsoft.com/office/2006/metadata/properties" ma:root="true" ma:fieldsID="f3ae7d64ef20f0e43788b5c1083d35e7" ns2:_="" ns3:_="">
    <xsd:import namespace="0e9c8240-0719-4f83-aadb-247aaf4e8de8"/>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9c8240-0719-4f83-aadb-247aaf4e8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7BF0F8-7136-465C-A2E0-57A9192CF1F1}">
  <ds:schemaRefs>
    <ds:schemaRef ds:uri="http://schemas.microsoft.com/sharepoint/v3/contenttype/forms"/>
  </ds:schemaRefs>
</ds:datastoreItem>
</file>

<file path=customXml/itemProps2.xml><?xml version="1.0" encoding="utf-8"?>
<ds:datastoreItem xmlns:ds="http://schemas.openxmlformats.org/officeDocument/2006/customXml" ds:itemID="{B1A13215-7381-4E66-93E2-484FCC1A2A68}">
  <ds:schemaRefs>
    <ds:schemaRef ds:uri="http://schemas.openxmlformats.org/package/2006/metadata/core-properties"/>
    <ds:schemaRef ds:uri="http://purl.org/dc/elements/1.1/"/>
    <ds:schemaRef ds:uri="http://schemas.microsoft.com/office/2006/metadata/properties"/>
    <ds:schemaRef ds:uri="http://schemas.microsoft.com/office/2006/documentManagement/types"/>
    <ds:schemaRef ds:uri="5429cfea-3f0d-4981-afe7-a053f7e299d1"/>
    <ds:schemaRef ds:uri="http://purl.org/dc/dcmitype/"/>
    <ds:schemaRef ds:uri="http://schemas.microsoft.com/office/infopath/2007/PartnerControls"/>
    <ds:schemaRef ds:uri="http://purl.org/dc/terms/"/>
    <ds:schemaRef ds:uri="0e9c8240-0719-4f83-aadb-247aaf4e8de8"/>
    <ds:schemaRef ds:uri="http://www.w3.org/XML/1998/namespace"/>
  </ds:schemaRefs>
</ds:datastoreItem>
</file>

<file path=customXml/itemProps3.xml><?xml version="1.0" encoding="utf-8"?>
<ds:datastoreItem xmlns:ds="http://schemas.openxmlformats.org/officeDocument/2006/customXml" ds:itemID="{4A223097-69D6-45EB-AA94-D02C86426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9c8240-0719-4f83-aadb-247aaf4e8de8"/>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Xebia_General-Template</Template>
  <TotalTime>0</TotalTime>
  <Words>806</Words>
  <Application>Microsoft Office PowerPoint</Application>
  <PresentationFormat>Widescreen</PresentationFormat>
  <Paragraphs>117</Paragraphs>
  <Slides>37</Slides>
  <Notes>2</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Custom Design</vt:lpstr>
      <vt:lpstr>PPT General Template</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Martha Garron</dc:creator>
  <cp:lastModifiedBy>Martha Garron</cp:lastModifiedBy>
  <cp:revision>1</cp:revision>
  <cp:lastPrinted>2023-11-23T01:40:48Z</cp:lastPrinted>
  <dcterms:created xsi:type="dcterms:W3CDTF">2025-01-23T01:36:07Z</dcterms:created>
  <dcterms:modified xsi:type="dcterms:W3CDTF">2025-01-23T01:36:43Z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0x01010070E81B3CF7ADF648A6EB7541842D17A0</vt:lpwstr>
  </property>
  <property fmtid="{D5CDD505-2E9C-101B-9397-08002B2CF9AE}" pid="3" name="MediaServiceImageTags">
    <vt:lpwstr/>
  </property>
</Properties>
</file>